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80" d="100"/>
          <a:sy n="80" d="100"/>
        </p:scale>
        <p:origin x="45" y="2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913AAF-DAC6-4C39-855B-EAE3C9622227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EADB1C72-1148-4267-94F5-FA3C8E1E3DDE}">
      <dgm:prSet phldrT="[Text]"/>
      <dgm:spPr>
        <a:solidFill>
          <a:srgbClr val="0070C0"/>
        </a:solidFill>
      </dgm:spPr>
      <dgm:t>
        <a:bodyPr/>
        <a:lstStyle/>
        <a:p>
          <a:r>
            <a:rPr lang="de-DE" dirty="0"/>
            <a:t>Android App Projekt</a:t>
          </a:r>
        </a:p>
      </dgm:t>
    </dgm:pt>
    <dgm:pt modelId="{BF921A5F-B2D4-43E6-AED3-08274C2E4A80}" type="parTrans" cxnId="{4F028508-4CCA-4B0E-950F-F8B10283A416}">
      <dgm:prSet/>
      <dgm:spPr/>
      <dgm:t>
        <a:bodyPr/>
        <a:lstStyle/>
        <a:p>
          <a:endParaRPr lang="de-DE"/>
        </a:p>
      </dgm:t>
    </dgm:pt>
    <dgm:pt modelId="{F94488C2-1C41-4987-933C-80215AC17B86}" type="sibTrans" cxnId="{4F028508-4CCA-4B0E-950F-F8B10283A416}">
      <dgm:prSet/>
      <dgm:spPr/>
      <dgm:t>
        <a:bodyPr/>
        <a:lstStyle/>
        <a:p>
          <a:endParaRPr lang="de-DE"/>
        </a:p>
      </dgm:t>
    </dgm:pt>
    <dgm:pt modelId="{3EFF2518-A52B-4106-9CF9-E0AC900F58CD}">
      <dgm:prSet phldrT="[Text]"/>
      <dgm:spPr>
        <a:solidFill>
          <a:srgbClr val="0070C0"/>
        </a:solidFill>
      </dgm:spPr>
      <dgm:t>
        <a:bodyPr/>
        <a:lstStyle/>
        <a:p>
          <a:r>
            <a:rPr lang="de-DE" dirty="0"/>
            <a:t>Backend (Server)</a:t>
          </a:r>
        </a:p>
      </dgm:t>
    </dgm:pt>
    <dgm:pt modelId="{050942DC-A777-45EF-A78F-77D3DE75F313}" type="parTrans" cxnId="{7BB07863-3871-4A98-882F-5F9F76243C72}">
      <dgm:prSet/>
      <dgm:spPr/>
      <dgm:t>
        <a:bodyPr/>
        <a:lstStyle/>
        <a:p>
          <a:endParaRPr lang="de-DE"/>
        </a:p>
      </dgm:t>
    </dgm:pt>
    <dgm:pt modelId="{A8610C81-C8DE-4370-B6DF-CBAB8E98903F}" type="sibTrans" cxnId="{7BB07863-3871-4A98-882F-5F9F76243C72}">
      <dgm:prSet/>
      <dgm:spPr/>
      <dgm:t>
        <a:bodyPr/>
        <a:lstStyle/>
        <a:p>
          <a:endParaRPr lang="de-DE"/>
        </a:p>
      </dgm:t>
    </dgm:pt>
    <dgm:pt modelId="{35EF46C9-AEB4-4F28-A161-34A2DAFC13A2}">
      <dgm:prSet phldrT="[Text]"/>
      <dgm:spPr>
        <a:solidFill>
          <a:srgbClr val="0070C0"/>
        </a:solidFill>
      </dgm:spPr>
      <dgm:t>
        <a:bodyPr/>
        <a:lstStyle/>
        <a:p>
          <a:r>
            <a:rPr lang="de-DE" dirty="0"/>
            <a:t>Anmeldung</a:t>
          </a:r>
        </a:p>
      </dgm:t>
    </dgm:pt>
    <dgm:pt modelId="{5E8BFBCB-90DD-4107-A9D4-FD8B792D4E47}" type="parTrans" cxnId="{398BAB17-DB07-4FA7-B6E8-3ABFD1329D39}">
      <dgm:prSet/>
      <dgm:spPr/>
      <dgm:t>
        <a:bodyPr/>
        <a:lstStyle/>
        <a:p>
          <a:endParaRPr lang="de-DE"/>
        </a:p>
      </dgm:t>
    </dgm:pt>
    <dgm:pt modelId="{919326A7-31C2-41D6-B6A4-9BEA6A8B9646}" type="sibTrans" cxnId="{398BAB17-DB07-4FA7-B6E8-3ABFD1329D39}">
      <dgm:prSet/>
      <dgm:spPr/>
      <dgm:t>
        <a:bodyPr/>
        <a:lstStyle/>
        <a:p>
          <a:endParaRPr lang="de-DE"/>
        </a:p>
      </dgm:t>
    </dgm:pt>
    <dgm:pt modelId="{25A9C2A4-BB6A-4939-B79C-076244C6E77D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de-DE" dirty="0"/>
            <a:t>RDF-Store</a:t>
          </a:r>
        </a:p>
      </dgm:t>
    </dgm:pt>
    <dgm:pt modelId="{4BB8ACEF-45BC-4FC0-86E8-76A9266DB771}" type="parTrans" cxnId="{7FF5AFD8-2995-48B6-A718-DC2A56529E50}">
      <dgm:prSet/>
      <dgm:spPr/>
      <dgm:t>
        <a:bodyPr/>
        <a:lstStyle/>
        <a:p>
          <a:endParaRPr lang="de-DE"/>
        </a:p>
      </dgm:t>
    </dgm:pt>
    <dgm:pt modelId="{C7328EDC-11CE-42A9-A7EB-099CE149A534}" type="sibTrans" cxnId="{7FF5AFD8-2995-48B6-A718-DC2A56529E50}">
      <dgm:prSet/>
      <dgm:spPr/>
      <dgm:t>
        <a:bodyPr/>
        <a:lstStyle/>
        <a:p>
          <a:endParaRPr lang="de-DE"/>
        </a:p>
      </dgm:t>
    </dgm:pt>
    <dgm:pt modelId="{91759635-6669-40BC-ADFD-B54F00507266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de-DE" dirty="0"/>
            <a:t>Schlüsselgeneration</a:t>
          </a:r>
        </a:p>
      </dgm:t>
    </dgm:pt>
    <dgm:pt modelId="{138431B2-2C84-4794-89E7-3318FCAA9CE9}" type="parTrans" cxnId="{74C15046-059E-4220-BC1C-525E4F60AEE8}">
      <dgm:prSet/>
      <dgm:spPr/>
      <dgm:t>
        <a:bodyPr/>
        <a:lstStyle/>
        <a:p>
          <a:endParaRPr lang="de-DE"/>
        </a:p>
      </dgm:t>
    </dgm:pt>
    <dgm:pt modelId="{BCD06A71-A2D2-46CE-843C-999E53C48CB9}" type="sibTrans" cxnId="{74C15046-059E-4220-BC1C-525E4F60AEE8}">
      <dgm:prSet/>
      <dgm:spPr/>
      <dgm:t>
        <a:bodyPr/>
        <a:lstStyle/>
        <a:p>
          <a:endParaRPr lang="de-DE"/>
        </a:p>
      </dgm:t>
    </dgm:pt>
    <dgm:pt modelId="{89EAC37C-2F04-4D49-AEB5-8F3127804EDC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de-DE" dirty="0"/>
            <a:t>E-Mail-Service für Bestätigungsmails</a:t>
          </a:r>
        </a:p>
      </dgm:t>
    </dgm:pt>
    <dgm:pt modelId="{71B21A26-26AE-46C6-B6AC-F8BC7120E460}" type="parTrans" cxnId="{F7A5A4B5-278C-4495-B007-69CBFC472D1F}">
      <dgm:prSet/>
      <dgm:spPr/>
      <dgm:t>
        <a:bodyPr/>
        <a:lstStyle/>
        <a:p>
          <a:endParaRPr lang="de-DE"/>
        </a:p>
      </dgm:t>
    </dgm:pt>
    <dgm:pt modelId="{89E7EE53-0D6C-4965-968E-B4EBA3E39C89}" type="sibTrans" cxnId="{F7A5A4B5-278C-4495-B007-69CBFC472D1F}">
      <dgm:prSet/>
      <dgm:spPr/>
      <dgm:t>
        <a:bodyPr/>
        <a:lstStyle/>
        <a:p>
          <a:endParaRPr lang="de-DE"/>
        </a:p>
      </dgm:t>
    </dgm:pt>
    <dgm:pt modelId="{18C7C841-B09D-46A1-824D-482BECD1DD19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de-DE" dirty="0"/>
            <a:t>Speicherung der Schlüssel zu </a:t>
          </a:r>
          <a:r>
            <a:rPr lang="de-DE" dirty="0" err="1"/>
            <a:t>Veranstelter</a:t>
          </a:r>
          <a:r>
            <a:rPr lang="de-DE" dirty="0"/>
            <a:t> im RDF-Store</a:t>
          </a:r>
        </a:p>
      </dgm:t>
    </dgm:pt>
    <dgm:pt modelId="{7A915B25-2676-47E8-8CD5-7885BD8AFC4C}" type="parTrans" cxnId="{A90104AB-AB6E-4D04-9CE9-89E0F92233CD}">
      <dgm:prSet/>
      <dgm:spPr/>
      <dgm:t>
        <a:bodyPr/>
        <a:lstStyle/>
        <a:p>
          <a:endParaRPr lang="de-DE"/>
        </a:p>
      </dgm:t>
    </dgm:pt>
    <dgm:pt modelId="{192C613A-00D3-43B1-9AE8-F71056CE3E5A}" type="sibTrans" cxnId="{A90104AB-AB6E-4D04-9CE9-89E0F92233CD}">
      <dgm:prSet/>
      <dgm:spPr/>
      <dgm:t>
        <a:bodyPr/>
        <a:lstStyle/>
        <a:p>
          <a:endParaRPr lang="de-DE"/>
        </a:p>
      </dgm:t>
    </dgm:pt>
    <dgm:pt modelId="{D47D9BA4-9355-429F-8528-B9141A57312E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de-DE" dirty="0"/>
            <a:t>Oberfläche (Datenanzeige)</a:t>
          </a:r>
        </a:p>
      </dgm:t>
    </dgm:pt>
    <dgm:pt modelId="{FA665DC6-7FBB-418A-9E8C-A10F1518FA1B}" type="parTrans" cxnId="{D6A29D59-BFF8-444D-A4BA-9C7202C0F2AF}">
      <dgm:prSet/>
      <dgm:spPr/>
      <dgm:t>
        <a:bodyPr/>
        <a:lstStyle/>
        <a:p>
          <a:endParaRPr lang="de-DE"/>
        </a:p>
      </dgm:t>
    </dgm:pt>
    <dgm:pt modelId="{BC3EC7EC-8408-4A0F-93A3-F1F299039513}" type="sibTrans" cxnId="{D6A29D59-BFF8-444D-A4BA-9C7202C0F2AF}">
      <dgm:prSet/>
      <dgm:spPr/>
      <dgm:t>
        <a:bodyPr/>
        <a:lstStyle/>
        <a:p>
          <a:endParaRPr lang="de-DE"/>
        </a:p>
      </dgm:t>
    </dgm:pt>
    <dgm:pt modelId="{F3FB5E45-D901-4E37-9FDA-2AD0B96256AC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de-DE" dirty="0"/>
            <a:t>Codescanner</a:t>
          </a:r>
        </a:p>
      </dgm:t>
    </dgm:pt>
    <dgm:pt modelId="{35F0FC96-8C1F-4BE8-9436-870BE128B217}" type="parTrans" cxnId="{3EFBC455-C48F-42E9-9062-37B006174D32}">
      <dgm:prSet/>
      <dgm:spPr/>
      <dgm:t>
        <a:bodyPr/>
        <a:lstStyle/>
        <a:p>
          <a:endParaRPr lang="de-DE"/>
        </a:p>
      </dgm:t>
    </dgm:pt>
    <dgm:pt modelId="{723F3BC6-0E9E-45AD-A64A-8D6D236D443F}" type="sibTrans" cxnId="{3EFBC455-C48F-42E9-9062-37B006174D32}">
      <dgm:prSet/>
      <dgm:spPr/>
      <dgm:t>
        <a:bodyPr/>
        <a:lstStyle/>
        <a:p>
          <a:endParaRPr lang="de-DE"/>
        </a:p>
      </dgm:t>
    </dgm:pt>
    <dgm:pt modelId="{830CE7D2-B275-4D32-AE87-7AD2DA2D0918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de-DE" dirty="0"/>
            <a:t>Kommunikation mit Server</a:t>
          </a:r>
        </a:p>
      </dgm:t>
    </dgm:pt>
    <dgm:pt modelId="{D173C71D-CF90-47E0-95BB-F687DF9281A3}" type="parTrans" cxnId="{719663C8-1F86-4D22-802D-216A90AA915E}">
      <dgm:prSet/>
      <dgm:spPr/>
      <dgm:t>
        <a:bodyPr/>
        <a:lstStyle/>
        <a:p>
          <a:endParaRPr lang="de-DE"/>
        </a:p>
      </dgm:t>
    </dgm:pt>
    <dgm:pt modelId="{769399A1-A3D0-4222-A3AD-DC204249CFD3}" type="sibTrans" cxnId="{719663C8-1F86-4D22-802D-216A90AA915E}">
      <dgm:prSet/>
      <dgm:spPr/>
      <dgm:t>
        <a:bodyPr/>
        <a:lstStyle/>
        <a:p>
          <a:endParaRPr lang="de-DE"/>
        </a:p>
      </dgm:t>
    </dgm:pt>
    <dgm:pt modelId="{CE0E3E72-9811-494E-9DBF-F421645E2F64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de-DE" dirty="0"/>
            <a:t>Server</a:t>
          </a:r>
        </a:p>
      </dgm:t>
    </dgm:pt>
    <dgm:pt modelId="{5C92C424-B798-4B94-931F-726650500CD7}" type="parTrans" cxnId="{22CD6B5F-BE96-4429-B774-318D6F0FAE27}">
      <dgm:prSet/>
      <dgm:spPr/>
      <dgm:t>
        <a:bodyPr/>
        <a:lstStyle/>
        <a:p>
          <a:endParaRPr lang="de-DE"/>
        </a:p>
      </dgm:t>
    </dgm:pt>
    <dgm:pt modelId="{F6BFC8A9-CE53-4FA9-B7E6-AB93C321E0FC}" type="sibTrans" cxnId="{22CD6B5F-BE96-4429-B774-318D6F0FAE27}">
      <dgm:prSet/>
      <dgm:spPr/>
      <dgm:t>
        <a:bodyPr/>
        <a:lstStyle/>
        <a:p>
          <a:endParaRPr lang="de-DE"/>
        </a:p>
      </dgm:t>
    </dgm:pt>
    <dgm:pt modelId="{5748FDF6-F700-4C89-B7D1-7AC7798375DB}">
      <dgm:prSet phldrT="[Text]"/>
      <dgm:spPr>
        <a:solidFill>
          <a:srgbClr val="0070C0"/>
        </a:solidFill>
      </dgm:spPr>
      <dgm:t>
        <a:bodyPr/>
        <a:lstStyle/>
        <a:p>
          <a:r>
            <a:rPr lang="de-DE" dirty="0"/>
            <a:t>Frontend (App)</a:t>
          </a:r>
        </a:p>
      </dgm:t>
    </dgm:pt>
    <dgm:pt modelId="{E672CAE1-1276-43F3-BBE1-3EC683763685}" type="sibTrans" cxnId="{EFE79BF9-8EB4-4A48-9E9A-E82E00D38E93}">
      <dgm:prSet/>
      <dgm:spPr/>
      <dgm:t>
        <a:bodyPr/>
        <a:lstStyle/>
        <a:p>
          <a:endParaRPr lang="de-DE"/>
        </a:p>
      </dgm:t>
    </dgm:pt>
    <dgm:pt modelId="{C6AF1B51-2909-4A39-98AD-5AB5660E5062}" type="parTrans" cxnId="{EFE79BF9-8EB4-4A48-9E9A-E82E00D38E93}">
      <dgm:prSet/>
      <dgm:spPr/>
      <dgm:t>
        <a:bodyPr/>
        <a:lstStyle/>
        <a:p>
          <a:endParaRPr lang="de-DE"/>
        </a:p>
      </dgm:t>
    </dgm:pt>
    <dgm:pt modelId="{5A98FAD9-76E6-491B-9016-058A74EEA7F2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de-DE" dirty="0"/>
            <a:t>Schülerseite</a:t>
          </a:r>
        </a:p>
      </dgm:t>
    </dgm:pt>
    <dgm:pt modelId="{9594BC1B-8A2E-4C1E-9198-D2CC7DD022EB}" type="parTrans" cxnId="{55F3F3D2-0377-4A34-9FF0-21ECBB676F65}">
      <dgm:prSet/>
      <dgm:spPr/>
      <dgm:t>
        <a:bodyPr/>
        <a:lstStyle/>
        <a:p>
          <a:endParaRPr lang="de-DE"/>
        </a:p>
      </dgm:t>
    </dgm:pt>
    <dgm:pt modelId="{CB4D3DB4-8916-4E88-ABEC-90206C699CA8}" type="sibTrans" cxnId="{55F3F3D2-0377-4A34-9FF0-21ECBB676F65}">
      <dgm:prSet/>
      <dgm:spPr/>
      <dgm:t>
        <a:bodyPr/>
        <a:lstStyle/>
        <a:p>
          <a:endParaRPr lang="de-DE"/>
        </a:p>
      </dgm:t>
    </dgm:pt>
    <dgm:pt modelId="{D2225C2B-83F7-4305-B606-04743E57B660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de-DE" dirty="0" err="1"/>
            <a:t>Veranstelterseite</a:t>
          </a:r>
          <a:endParaRPr lang="de-DE" dirty="0"/>
        </a:p>
      </dgm:t>
    </dgm:pt>
    <dgm:pt modelId="{2357D66E-1CB8-4A18-A59E-D5BF4BAA41A7}" type="parTrans" cxnId="{6D2EEA54-0BC7-4A30-8EB6-59DEEC69BF07}">
      <dgm:prSet/>
      <dgm:spPr/>
      <dgm:t>
        <a:bodyPr/>
        <a:lstStyle/>
        <a:p>
          <a:endParaRPr lang="de-DE"/>
        </a:p>
      </dgm:t>
    </dgm:pt>
    <dgm:pt modelId="{002FF79C-9338-44BC-8E14-685D95647F93}" type="sibTrans" cxnId="{6D2EEA54-0BC7-4A30-8EB6-59DEEC69BF07}">
      <dgm:prSet/>
      <dgm:spPr/>
      <dgm:t>
        <a:bodyPr/>
        <a:lstStyle/>
        <a:p>
          <a:endParaRPr lang="de-DE"/>
        </a:p>
      </dgm:t>
    </dgm:pt>
    <dgm:pt modelId="{45E3C947-202B-492B-957A-3261FFE97AEF}" type="pres">
      <dgm:prSet presAssocID="{47913AAF-DAC6-4C39-855B-EAE3C962222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6C867D1-0ED9-4B18-9D12-D73C00B99BFE}" type="pres">
      <dgm:prSet presAssocID="{EADB1C72-1148-4267-94F5-FA3C8E1E3DDE}" presName="hierRoot1" presStyleCnt="0">
        <dgm:presLayoutVars>
          <dgm:hierBranch val="init"/>
        </dgm:presLayoutVars>
      </dgm:prSet>
      <dgm:spPr/>
    </dgm:pt>
    <dgm:pt modelId="{1C123E6A-8310-477E-8EEB-A6281CB3DA1C}" type="pres">
      <dgm:prSet presAssocID="{EADB1C72-1148-4267-94F5-FA3C8E1E3DDE}" presName="rootComposite1" presStyleCnt="0"/>
      <dgm:spPr/>
    </dgm:pt>
    <dgm:pt modelId="{BCD1760B-A04E-44B8-9D06-E5A5AC9BCCB9}" type="pres">
      <dgm:prSet presAssocID="{EADB1C72-1148-4267-94F5-FA3C8E1E3DDE}" presName="rootText1" presStyleLbl="node0" presStyleIdx="0" presStyleCnt="1">
        <dgm:presLayoutVars>
          <dgm:chPref val="3"/>
        </dgm:presLayoutVars>
      </dgm:prSet>
      <dgm:spPr/>
    </dgm:pt>
    <dgm:pt modelId="{4875A5CC-BF9B-4A47-87F8-A540717110CD}" type="pres">
      <dgm:prSet presAssocID="{EADB1C72-1148-4267-94F5-FA3C8E1E3DDE}" presName="rootConnector1" presStyleLbl="node1" presStyleIdx="0" presStyleCnt="0"/>
      <dgm:spPr/>
    </dgm:pt>
    <dgm:pt modelId="{C20C35D5-58F0-4E6D-AD7E-8D841517F6FA}" type="pres">
      <dgm:prSet presAssocID="{EADB1C72-1148-4267-94F5-FA3C8E1E3DDE}" presName="hierChild2" presStyleCnt="0"/>
      <dgm:spPr/>
    </dgm:pt>
    <dgm:pt modelId="{9A6FD839-C6F3-491D-B0E8-C0BF653188F8}" type="pres">
      <dgm:prSet presAssocID="{C6AF1B51-2909-4A39-98AD-5AB5660E5062}" presName="Name37" presStyleLbl="parChTrans1D2" presStyleIdx="0" presStyleCnt="3"/>
      <dgm:spPr/>
    </dgm:pt>
    <dgm:pt modelId="{5A2B8CAE-6F3D-4AAF-95B8-CC3459321802}" type="pres">
      <dgm:prSet presAssocID="{5748FDF6-F700-4C89-B7D1-7AC7798375DB}" presName="hierRoot2" presStyleCnt="0">
        <dgm:presLayoutVars>
          <dgm:hierBranch val="init"/>
        </dgm:presLayoutVars>
      </dgm:prSet>
      <dgm:spPr/>
    </dgm:pt>
    <dgm:pt modelId="{88EF5F8F-CFEF-4E9C-B5F6-A3B06F1CD977}" type="pres">
      <dgm:prSet presAssocID="{5748FDF6-F700-4C89-B7D1-7AC7798375DB}" presName="rootComposite" presStyleCnt="0"/>
      <dgm:spPr/>
    </dgm:pt>
    <dgm:pt modelId="{E96581D0-030C-4694-B5C8-158584BBB2F8}" type="pres">
      <dgm:prSet presAssocID="{5748FDF6-F700-4C89-B7D1-7AC7798375DB}" presName="rootText" presStyleLbl="node2" presStyleIdx="0" presStyleCnt="3">
        <dgm:presLayoutVars>
          <dgm:chPref val="3"/>
        </dgm:presLayoutVars>
      </dgm:prSet>
      <dgm:spPr/>
    </dgm:pt>
    <dgm:pt modelId="{8ECA7DE8-763C-434C-BBBC-892044F6A0A9}" type="pres">
      <dgm:prSet presAssocID="{5748FDF6-F700-4C89-B7D1-7AC7798375DB}" presName="rootConnector" presStyleLbl="node2" presStyleIdx="0" presStyleCnt="3"/>
      <dgm:spPr/>
    </dgm:pt>
    <dgm:pt modelId="{F74E0D75-FEA5-472C-B517-2A784FD9D67D}" type="pres">
      <dgm:prSet presAssocID="{5748FDF6-F700-4C89-B7D1-7AC7798375DB}" presName="hierChild4" presStyleCnt="0"/>
      <dgm:spPr/>
    </dgm:pt>
    <dgm:pt modelId="{9F515188-EEBB-495F-ACA0-D65A72D7952C}" type="pres">
      <dgm:prSet presAssocID="{FA665DC6-7FBB-418A-9E8C-A10F1518FA1B}" presName="Name37" presStyleLbl="parChTrans1D3" presStyleIdx="0" presStyleCnt="8"/>
      <dgm:spPr/>
    </dgm:pt>
    <dgm:pt modelId="{00E05561-ADBB-41C5-8D1D-0043B592AA7C}" type="pres">
      <dgm:prSet presAssocID="{D47D9BA4-9355-429F-8528-B9141A57312E}" presName="hierRoot2" presStyleCnt="0">
        <dgm:presLayoutVars>
          <dgm:hierBranch val="init"/>
        </dgm:presLayoutVars>
      </dgm:prSet>
      <dgm:spPr/>
    </dgm:pt>
    <dgm:pt modelId="{BE5C9A80-333F-4438-AF5B-0EFBC02FFFD1}" type="pres">
      <dgm:prSet presAssocID="{D47D9BA4-9355-429F-8528-B9141A57312E}" presName="rootComposite" presStyleCnt="0"/>
      <dgm:spPr/>
    </dgm:pt>
    <dgm:pt modelId="{8EC88E99-2580-411A-A5C2-D4CD07D47236}" type="pres">
      <dgm:prSet presAssocID="{D47D9BA4-9355-429F-8528-B9141A57312E}" presName="rootText" presStyleLbl="node3" presStyleIdx="0" presStyleCnt="8" custLinFactNeighborX="735" custLinFactNeighborY="1911">
        <dgm:presLayoutVars>
          <dgm:chPref val="3"/>
        </dgm:presLayoutVars>
      </dgm:prSet>
      <dgm:spPr/>
    </dgm:pt>
    <dgm:pt modelId="{0EE025E2-4E45-4895-932B-437DF06E0975}" type="pres">
      <dgm:prSet presAssocID="{D47D9BA4-9355-429F-8528-B9141A57312E}" presName="rootConnector" presStyleLbl="node3" presStyleIdx="0" presStyleCnt="8"/>
      <dgm:spPr/>
    </dgm:pt>
    <dgm:pt modelId="{6C52782E-1D73-43F2-9AD1-D0B95A4CAC52}" type="pres">
      <dgm:prSet presAssocID="{D47D9BA4-9355-429F-8528-B9141A57312E}" presName="hierChild4" presStyleCnt="0"/>
      <dgm:spPr/>
    </dgm:pt>
    <dgm:pt modelId="{F1261B37-7BAA-49CB-B93F-DE6107FE08AA}" type="pres">
      <dgm:prSet presAssocID="{9594BC1B-8A2E-4C1E-9198-D2CC7DD022EB}" presName="Name37" presStyleLbl="parChTrans1D4" presStyleIdx="0" presStyleCnt="2"/>
      <dgm:spPr/>
    </dgm:pt>
    <dgm:pt modelId="{6804068D-E4BF-4FE3-9698-6C0C03AA5EA9}" type="pres">
      <dgm:prSet presAssocID="{5A98FAD9-76E6-491B-9016-058A74EEA7F2}" presName="hierRoot2" presStyleCnt="0">
        <dgm:presLayoutVars>
          <dgm:hierBranch val="init"/>
        </dgm:presLayoutVars>
      </dgm:prSet>
      <dgm:spPr/>
    </dgm:pt>
    <dgm:pt modelId="{8046A1DA-762B-4056-8AD0-62CBCA191ECF}" type="pres">
      <dgm:prSet presAssocID="{5A98FAD9-76E6-491B-9016-058A74EEA7F2}" presName="rootComposite" presStyleCnt="0"/>
      <dgm:spPr/>
    </dgm:pt>
    <dgm:pt modelId="{542C0FE7-9F5B-4F3F-952B-6E716B6750AA}" type="pres">
      <dgm:prSet presAssocID="{5A98FAD9-76E6-491B-9016-058A74EEA7F2}" presName="rootText" presStyleLbl="node4" presStyleIdx="0" presStyleCnt="2" custLinFactNeighborX="735" custLinFactNeighborY="1911">
        <dgm:presLayoutVars>
          <dgm:chPref val="3"/>
        </dgm:presLayoutVars>
      </dgm:prSet>
      <dgm:spPr/>
    </dgm:pt>
    <dgm:pt modelId="{3974A849-4AE3-4C0A-B2F9-14069E7FB597}" type="pres">
      <dgm:prSet presAssocID="{5A98FAD9-76E6-491B-9016-058A74EEA7F2}" presName="rootConnector" presStyleLbl="node4" presStyleIdx="0" presStyleCnt="2"/>
      <dgm:spPr/>
    </dgm:pt>
    <dgm:pt modelId="{4AF0E473-A0EB-4855-9B45-7C424382B10D}" type="pres">
      <dgm:prSet presAssocID="{5A98FAD9-76E6-491B-9016-058A74EEA7F2}" presName="hierChild4" presStyleCnt="0"/>
      <dgm:spPr/>
    </dgm:pt>
    <dgm:pt modelId="{998ECA82-3B44-447A-838D-57E361D3A3F0}" type="pres">
      <dgm:prSet presAssocID="{5A98FAD9-76E6-491B-9016-058A74EEA7F2}" presName="hierChild5" presStyleCnt="0"/>
      <dgm:spPr/>
    </dgm:pt>
    <dgm:pt modelId="{13E94ED7-85E4-412E-B5A3-869F78EBABB1}" type="pres">
      <dgm:prSet presAssocID="{2357D66E-1CB8-4A18-A59E-D5BF4BAA41A7}" presName="Name37" presStyleLbl="parChTrans1D4" presStyleIdx="1" presStyleCnt="2"/>
      <dgm:spPr/>
    </dgm:pt>
    <dgm:pt modelId="{BE5C98C9-134C-46A5-AA28-93898C417208}" type="pres">
      <dgm:prSet presAssocID="{D2225C2B-83F7-4305-B606-04743E57B660}" presName="hierRoot2" presStyleCnt="0">
        <dgm:presLayoutVars>
          <dgm:hierBranch val="init"/>
        </dgm:presLayoutVars>
      </dgm:prSet>
      <dgm:spPr/>
    </dgm:pt>
    <dgm:pt modelId="{4794BEF5-B7E4-4C28-A997-61D7F1F83EED}" type="pres">
      <dgm:prSet presAssocID="{D2225C2B-83F7-4305-B606-04743E57B660}" presName="rootComposite" presStyleCnt="0"/>
      <dgm:spPr/>
    </dgm:pt>
    <dgm:pt modelId="{2F1EC2B7-2655-40DC-8D7A-3FDF4BA214FC}" type="pres">
      <dgm:prSet presAssocID="{D2225C2B-83F7-4305-B606-04743E57B660}" presName="rootText" presStyleLbl="node4" presStyleIdx="1" presStyleCnt="2" custLinFactNeighborX="735" custLinFactNeighborY="1911">
        <dgm:presLayoutVars>
          <dgm:chPref val="3"/>
        </dgm:presLayoutVars>
      </dgm:prSet>
      <dgm:spPr/>
    </dgm:pt>
    <dgm:pt modelId="{98EBCC8C-B6D6-4A0D-98DD-4736DA2840F2}" type="pres">
      <dgm:prSet presAssocID="{D2225C2B-83F7-4305-B606-04743E57B660}" presName="rootConnector" presStyleLbl="node4" presStyleIdx="1" presStyleCnt="2"/>
      <dgm:spPr/>
    </dgm:pt>
    <dgm:pt modelId="{D7A8B1EE-9996-41BE-8A8F-B25397E68217}" type="pres">
      <dgm:prSet presAssocID="{D2225C2B-83F7-4305-B606-04743E57B660}" presName="hierChild4" presStyleCnt="0"/>
      <dgm:spPr/>
    </dgm:pt>
    <dgm:pt modelId="{8243ACA9-325F-44F4-B604-6AB3FFA3E82E}" type="pres">
      <dgm:prSet presAssocID="{D2225C2B-83F7-4305-B606-04743E57B660}" presName="hierChild5" presStyleCnt="0"/>
      <dgm:spPr/>
    </dgm:pt>
    <dgm:pt modelId="{6F297589-4CF0-4B54-B28C-EB1B02E174DA}" type="pres">
      <dgm:prSet presAssocID="{D47D9BA4-9355-429F-8528-B9141A57312E}" presName="hierChild5" presStyleCnt="0"/>
      <dgm:spPr/>
    </dgm:pt>
    <dgm:pt modelId="{2156F8D5-AB8D-4B9C-A97B-FC19A8676FB5}" type="pres">
      <dgm:prSet presAssocID="{35F0FC96-8C1F-4BE8-9436-870BE128B217}" presName="Name37" presStyleLbl="parChTrans1D3" presStyleIdx="1" presStyleCnt="8"/>
      <dgm:spPr/>
    </dgm:pt>
    <dgm:pt modelId="{C0F0AD92-3C44-4436-9DE8-19054FF6A912}" type="pres">
      <dgm:prSet presAssocID="{F3FB5E45-D901-4E37-9FDA-2AD0B96256AC}" presName="hierRoot2" presStyleCnt="0">
        <dgm:presLayoutVars>
          <dgm:hierBranch val="init"/>
        </dgm:presLayoutVars>
      </dgm:prSet>
      <dgm:spPr/>
    </dgm:pt>
    <dgm:pt modelId="{F2B56A2E-F9C0-4EB3-AFF8-BE6E8549494F}" type="pres">
      <dgm:prSet presAssocID="{F3FB5E45-D901-4E37-9FDA-2AD0B96256AC}" presName="rootComposite" presStyleCnt="0"/>
      <dgm:spPr/>
    </dgm:pt>
    <dgm:pt modelId="{6229753C-0FFD-407A-A31F-BDBE2978CE6B}" type="pres">
      <dgm:prSet presAssocID="{F3FB5E45-D901-4E37-9FDA-2AD0B96256AC}" presName="rootText" presStyleLbl="node3" presStyleIdx="1" presStyleCnt="8" custLinFactNeighborX="735" custLinFactNeighborY="1911">
        <dgm:presLayoutVars>
          <dgm:chPref val="3"/>
        </dgm:presLayoutVars>
      </dgm:prSet>
      <dgm:spPr/>
    </dgm:pt>
    <dgm:pt modelId="{99FA2C2D-CA2A-4D2A-8C00-0D2608BA4FC3}" type="pres">
      <dgm:prSet presAssocID="{F3FB5E45-D901-4E37-9FDA-2AD0B96256AC}" presName="rootConnector" presStyleLbl="node3" presStyleIdx="1" presStyleCnt="8"/>
      <dgm:spPr/>
    </dgm:pt>
    <dgm:pt modelId="{21961705-8165-4F76-A62D-A3A23CF84959}" type="pres">
      <dgm:prSet presAssocID="{F3FB5E45-D901-4E37-9FDA-2AD0B96256AC}" presName="hierChild4" presStyleCnt="0"/>
      <dgm:spPr/>
    </dgm:pt>
    <dgm:pt modelId="{0DE7EE8A-8D1C-44F0-AC2C-7960D2488588}" type="pres">
      <dgm:prSet presAssocID="{F3FB5E45-D901-4E37-9FDA-2AD0B96256AC}" presName="hierChild5" presStyleCnt="0"/>
      <dgm:spPr/>
    </dgm:pt>
    <dgm:pt modelId="{455F5507-8ABF-4CD5-A8B1-8C0152CFC917}" type="pres">
      <dgm:prSet presAssocID="{D173C71D-CF90-47E0-95BB-F687DF9281A3}" presName="Name37" presStyleLbl="parChTrans1D3" presStyleIdx="2" presStyleCnt="8"/>
      <dgm:spPr/>
    </dgm:pt>
    <dgm:pt modelId="{507A990D-9172-4920-93E1-936CD12AF53E}" type="pres">
      <dgm:prSet presAssocID="{830CE7D2-B275-4D32-AE87-7AD2DA2D0918}" presName="hierRoot2" presStyleCnt="0">
        <dgm:presLayoutVars>
          <dgm:hierBranch val="init"/>
        </dgm:presLayoutVars>
      </dgm:prSet>
      <dgm:spPr/>
    </dgm:pt>
    <dgm:pt modelId="{1DFABAC6-77A5-41B3-A781-93E7FA0AEF51}" type="pres">
      <dgm:prSet presAssocID="{830CE7D2-B275-4D32-AE87-7AD2DA2D0918}" presName="rootComposite" presStyleCnt="0"/>
      <dgm:spPr/>
    </dgm:pt>
    <dgm:pt modelId="{82CA3B04-1B5E-4284-942E-83F82C80058A}" type="pres">
      <dgm:prSet presAssocID="{830CE7D2-B275-4D32-AE87-7AD2DA2D0918}" presName="rootText" presStyleLbl="node3" presStyleIdx="2" presStyleCnt="8" custLinFactNeighborX="1837" custLinFactNeighborY="2858">
        <dgm:presLayoutVars>
          <dgm:chPref val="3"/>
        </dgm:presLayoutVars>
      </dgm:prSet>
      <dgm:spPr/>
    </dgm:pt>
    <dgm:pt modelId="{9F440B7D-B8A0-467C-BC3F-849F4CBB5E9C}" type="pres">
      <dgm:prSet presAssocID="{830CE7D2-B275-4D32-AE87-7AD2DA2D0918}" presName="rootConnector" presStyleLbl="node3" presStyleIdx="2" presStyleCnt="8"/>
      <dgm:spPr/>
    </dgm:pt>
    <dgm:pt modelId="{C02E34F1-1B19-4CF7-9C54-8D363B9B9012}" type="pres">
      <dgm:prSet presAssocID="{830CE7D2-B275-4D32-AE87-7AD2DA2D0918}" presName="hierChild4" presStyleCnt="0"/>
      <dgm:spPr/>
    </dgm:pt>
    <dgm:pt modelId="{F4A28544-7D40-45C2-ADF7-5FF5A4861289}" type="pres">
      <dgm:prSet presAssocID="{830CE7D2-B275-4D32-AE87-7AD2DA2D0918}" presName="hierChild5" presStyleCnt="0"/>
      <dgm:spPr/>
    </dgm:pt>
    <dgm:pt modelId="{93C2DDDF-BE94-4FE2-91A3-32C017EC44D9}" type="pres">
      <dgm:prSet presAssocID="{5748FDF6-F700-4C89-B7D1-7AC7798375DB}" presName="hierChild5" presStyleCnt="0"/>
      <dgm:spPr/>
    </dgm:pt>
    <dgm:pt modelId="{15684C31-F906-4A7B-BA92-3C3E24D597E0}" type="pres">
      <dgm:prSet presAssocID="{050942DC-A777-45EF-A78F-77D3DE75F313}" presName="Name37" presStyleLbl="parChTrans1D2" presStyleIdx="1" presStyleCnt="3"/>
      <dgm:spPr/>
    </dgm:pt>
    <dgm:pt modelId="{5A8C4CF6-0394-449B-971E-E619DA4D1F1C}" type="pres">
      <dgm:prSet presAssocID="{3EFF2518-A52B-4106-9CF9-E0AC900F58CD}" presName="hierRoot2" presStyleCnt="0">
        <dgm:presLayoutVars>
          <dgm:hierBranch val="init"/>
        </dgm:presLayoutVars>
      </dgm:prSet>
      <dgm:spPr/>
    </dgm:pt>
    <dgm:pt modelId="{2D741038-6B26-481A-B9EA-FFA5D5BD7DFC}" type="pres">
      <dgm:prSet presAssocID="{3EFF2518-A52B-4106-9CF9-E0AC900F58CD}" presName="rootComposite" presStyleCnt="0"/>
      <dgm:spPr/>
    </dgm:pt>
    <dgm:pt modelId="{ECE94AB9-2FDE-4B8C-97D8-30F3B4611500}" type="pres">
      <dgm:prSet presAssocID="{3EFF2518-A52B-4106-9CF9-E0AC900F58CD}" presName="rootText" presStyleLbl="node2" presStyleIdx="1" presStyleCnt="3" custLinFactNeighborX="1837" custLinFactNeighborY="2858">
        <dgm:presLayoutVars>
          <dgm:chPref val="3"/>
        </dgm:presLayoutVars>
      </dgm:prSet>
      <dgm:spPr/>
    </dgm:pt>
    <dgm:pt modelId="{7F9148D3-EFED-4924-A91E-78C98FDF1333}" type="pres">
      <dgm:prSet presAssocID="{3EFF2518-A52B-4106-9CF9-E0AC900F58CD}" presName="rootConnector" presStyleLbl="node2" presStyleIdx="1" presStyleCnt="3"/>
      <dgm:spPr/>
    </dgm:pt>
    <dgm:pt modelId="{CB81CE34-42A2-4242-AA24-ACBABBA7B3FC}" type="pres">
      <dgm:prSet presAssocID="{3EFF2518-A52B-4106-9CF9-E0AC900F58CD}" presName="hierChild4" presStyleCnt="0"/>
      <dgm:spPr/>
    </dgm:pt>
    <dgm:pt modelId="{644F6235-E8C1-4B52-9356-A8EC02EB4B69}" type="pres">
      <dgm:prSet presAssocID="{4BB8ACEF-45BC-4FC0-86E8-76A9266DB771}" presName="Name37" presStyleLbl="parChTrans1D3" presStyleIdx="3" presStyleCnt="8"/>
      <dgm:spPr/>
    </dgm:pt>
    <dgm:pt modelId="{19A8463D-C2A9-489B-AF63-A04CA0733033}" type="pres">
      <dgm:prSet presAssocID="{25A9C2A4-BB6A-4939-B79C-076244C6E77D}" presName="hierRoot2" presStyleCnt="0">
        <dgm:presLayoutVars>
          <dgm:hierBranch val="init"/>
        </dgm:presLayoutVars>
      </dgm:prSet>
      <dgm:spPr/>
    </dgm:pt>
    <dgm:pt modelId="{8A1CE96F-4C85-4E99-AEB3-9F94A91B691C}" type="pres">
      <dgm:prSet presAssocID="{25A9C2A4-BB6A-4939-B79C-076244C6E77D}" presName="rootComposite" presStyleCnt="0"/>
      <dgm:spPr/>
    </dgm:pt>
    <dgm:pt modelId="{2C179085-1DC2-4175-8D62-904E2F31413F}" type="pres">
      <dgm:prSet presAssocID="{25A9C2A4-BB6A-4939-B79C-076244C6E77D}" presName="rootText" presStyleLbl="node3" presStyleIdx="3" presStyleCnt="8" custLinFactNeighborX="735" custLinFactNeighborY="1911">
        <dgm:presLayoutVars>
          <dgm:chPref val="3"/>
        </dgm:presLayoutVars>
      </dgm:prSet>
      <dgm:spPr/>
    </dgm:pt>
    <dgm:pt modelId="{771DF19B-E34D-4A80-9F0C-8F62BD4D2C40}" type="pres">
      <dgm:prSet presAssocID="{25A9C2A4-BB6A-4939-B79C-076244C6E77D}" presName="rootConnector" presStyleLbl="node3" presStyleIdx="3" presStyleCnt="8"/>
      <dgm:spPr/>
    </dgm:pt>
    <dgm:pt modelId="{9B230AF2-DD66-4885-9D0B-FB708D1D7267}" type="pres">
      <dgm:prSet presAssocID="{25A9C2A4-BB6A-4939-B79C-076244C6E77D}" presName="hierChild4" presStyleCnt="0"/>
      <dgm:spPr/>
    </dgm:pt>
    <dgm:pt modelId="{FB881476-A857-414F-96AC-725EB5AF198B}" type="pres">
      <dgm:prSet presAssocID="{25A9C2A4-BB6A-4939-B79C-076244C6E77D}" presName="hierChild5" presStyleCnt="0"/>
      <dgm:spPr/>
    </dgm:pt>
    <dgm:pt modelId="{C73C5437-8C8B-446C-92A3-DE46A7181782}" type="pres">
      <dgm:prSet presAssocID="{5C92C424-B798-4B94-931F-726650500CD7}" presName="Name37" presStyleLbl="parChTrans1D3" presStyleIdx="4" presStyleCnt="8"/>
      <dgm:spPr/>
    </dgm:pt>
    <dgm:pt modelId="{4C5EE26D-D588-49E7-A4EC-D7A547222DFE}" type="pres">
      <dgm:prSet presAssocID="{CE0E3E72-9811-494E-9DBF-F421645E2F64}" presName="hierRoot2" presStyleCnt="0">
        <dgm:presLayoutVars>
          <dgm:hierBranch val="init"/>
        </dgm:presLayoutVars>
      </dgm:prSet>
      <dgm:spPr/>
    </dgm:pt>
    <dgm:pt modelId="{8EFF0E06-2C5A-49AF-A823-F8D80FB6DD2F}" type="pres">
      <dgm:prSet presAssocID="{CE0E3E72-9811-494E-9DBF-F421645E2F64}" presName="rootComposite" presStyleCnt="0"/>
      <dgm:spPr/>
    </dgm:pt>
    <dgm:pt modelId="{F65D15BA-00DE-4734-8B36-7B12A9C99458}" type="pres">
      <dgm:prSet presAssocID="{CE0E3E72-9811-494E-9DBF-F421645E2F64}" presName="rootText" presStyleLbl="node3" presStyleIdx="4" presStyleCnt="8" custLinFactNeighborX="735" custLinFactNeighborY="1911">
        <dgm:presLayoutVars>
          <dgm:chPref val="3"/>
        </dgm:presLayoutVars>
      </dgm:prSet>
      <dgm:spPr/>
    </dgm:pt>
    <dgm:pt modelId="{CCEF228B-791D-4615-B3C0-3DF9680189E9}" type="pres">
      <dgm:prSet presAssocID="{CE0E3E72-9811-494E-9DBF-F421645E2F64}" presName="rootConnector" presStyleLbl="node3" presStyleIdx="4" presStyleCnt="8"/>
      <dgm:spPr/>
    </dgm:pt>
    <dgm:pt modelId="{571A74D7-1F28-460A-BE98-8D0654211435}" type="pres">
      <dgm:prSet presAssocID="{CE0E3E72-9811-494E-9DBF-F421645E2F64}" presName="hierChild4" presStyleCnt="0"/>
      <dgm:spPr/>
    </dgm:pt>
    <dgm:pt modelId="{9B26471B-18C2-443B-96FC-16EDF4B928D7}" type="pres">
      <dgm:prSet presAssocID="{CE0E3E72-9811-494E-9DBF-F421645E2F64}" presName="hierChild5" presStyleCnt="0"/>
      <dgm:spPr/>
    </dgm:pt>
    <dgm:pt modelId="{A111A0C0-9432-41B7-B38A-8C138BA370F1}" type="pres">
      <dgm:prSet presAssocID="{3EFF2518-A52B-4106-9CF9-E0AC900F58CD}" presName="hierChild5" presStyleCnt="0"/>
      <dgm:spPr/>
    </dgm:pt>
    <dgm:pt modelId="{5E5EA3FA-A1B9-41CD-9C49-E36A66B998A7}" type="pres">
      <dgm:prSet presAssocID="{5E8BFBCB-90DD-4107-A9D4-FD8B792D4E47}" presName="Name37" presStyleLbl="parChTrans1D2" presStyleIdx="2" presStyleCnt="3"/>
      <dgm:spPr/>
    </dgm:pt>
    <dgm:pt modelId="{76288947-62BC-4AF4-B588-3E09D083419B}" type="pres">
      <dgm:prSet presAssocID="{35EF46C9-AEB4-4F28-A161-34A2DAFC13A2}" presName="hierRoot2" presStyleCnt="0">
        <dgm:presLayoutVars>
          <dgm:hierBranch val="init"/>
        </dgm:presLayoutVars>
      </dgm:prSet>
      <dgm:spPr/>
    </dgm:pt>
    <dgm:pt modelId="{FB50F84F-31E7-47A5-8F67-6C0A456051B1}" type="pres">
      <dgm:prSet presAssocID="{35EF46C9-AEB4-4F28-A161-34A2DAFC13A2}" presName="rootComposite" presStyleCnt="0"/>
      <dgm:spPr/>
    </dgm:pt>
    <dgm:pt modelId="{9980B8FC-3F6A-42D9-A667-3CD76E329DA3}" type="pres">
      <dgm:prSet presAssocID="{35EF46C9-AEB4-4F28-A161-34A2DAFC13A2}" presName="rootText" presStyleLbl="node2" presStyleIdx="2" presStyleCnt="3">
        <dgm:presLayoutVars>
          <dgm:chPref val="3"/>
        </dgm:presLayoutVars>
      </dgm:prSet>
      <dgm:spPr/>
    </dgm:pt>
    <dgm:pt modelId="{6CEEBD4A-A91D-46DF-999C-5637235BC527}" type="pres">
      <dgm:prSet presAssocID="{35EF46C9-AEB4-4F28-A161-34A2DAFC13A2}" presName="rootConnector" presStyleLbl="node2" presStyleIdx="2" presStyleCnt="3"/>
      <dgm:spPr/>
    </dgm:pt>
    <dgm:pt modelId="{93FE85EF-72B6-4C45-BCE5-850960CC8D7D}" type="pres">
      <dgm:prSet presAssocID="{35EF46C9-AEB4-4F28-A161-34A2DAFC13A2}" presName="hierChild4" presStyleCnt="0"/>
      <dgm:spPr/>
    </dgm:pt>
    <dgm:pt modelId="{65014679-AADE-4FC7-9C28-6D680D0BADFB}" type="pres">
      <dgm:prSet presAssocID="{138431B2-2C84-4794-89E7-3318FCAA9CE9}" presName="Name37" presStyleLbl="parChTrans1D3" presStyleIdx="5" presStyleCnt="8"/>
      <dgm:spPr/>
    </dgm:pt>
    <dgm:pt modelId="{FDE67A46-A0CD-4C9C-AD67-94CBE5F97093}" type="pres">
      <dgm:prSet presAssocID="{91759635-6669-40BC-ADFD-B54F00507266}" presName="hierRoot2" presStyleCnt="0">
        <dgm:presLayoutVars>
          <dgm:hierBranch val="init"/>
        </dgm:presLayoutVars>
      </dgm:prSet>
      <dgm:spPr/>
    </dgm:pt>
    <dgm:pt modelId="{FA6596E9-9C25-47FC-BAEC-3AADB7BC2AD1}" type="pres">
      <dgm:prSet presAssocID="{91759635-6669-40BC-ADFD-B54F00507266}" presName="rootComposite" presStyleCnt="0"/>
      <dgm:spPr/>
    </dgm:pt>
    <dgm:pt modelId="{610D8C4C-D856-442C-9897-D307566A920A}" type="pres">
      <dgm:prSet presAssocID="{91759635-6669-40BC-ADFD-B54F00507266}" presName="rootText" presStyleLbl="node3" presStyleIdx="5" presStyleCnt="8" custLinFactNeighborX="735" custLinFactNeighborY="1895">
        <dgm:presLayoutVars>
          <dgm:chPref val="3"/>
        </dgm:presLayoutVars>
      </dgm:prSet>
      <dgm:spPr/>
    </dgm:pt>
    <dgm:pt modelId="{847974A8-17A0-499B-BAA6-5D053050116F}" type="pres">
      <dgm:prSet presAssocID="{91759635-6669-40BC-ADFD-B54F00507266}" presName="rootConnector" presStyleLbl="node3" presStyleIdx="5" presStyleCnt="8"/>
      <dgm:spPr/>
    </dgm:pt>
    <dgm:pt modelId="{E720D972-DBAC-4B33-833C-DD7E73DAC9C7}" type="pres">
      <dgm:prSet presAssocID="{91759635-6669-40BC-ADFD-B54F00507266}" presName="hierChild4" presStyleCnt="0"/>
      <dgm:spPr/>
    </dgm:pt>
    <dgm:pt modelId="{D70209D7-59C1-43A4-BF78-AF72BD9F9FFC}" type="pres">
      <dgm:prSet presAssocID="{91759635-6669-40BC-ADFD-B54F00507266}" presName="hierChild5" presStyleCnt="0"/>
      <dgm:spPr/>
    </dgm:pt>
    <dgm:pt modelId="{D5B49E9C-D6CC-47AC-9094-327026571B51}" type="pres">
      <dgm:prSet presAssocID="{7A915B25-2676-47E8-8CD5-7885BD8AFC4C}" presName="Name37" presStyleLbl="parChTrans1D3" presStyleIdx="6" presStyleCnt="8"/>
      <dgm:spPr/>
    </dgm:pt>
    <dgm:pt modelId="{C25D4865-4FC8-4D7B-8C86-C210B723E605}" type="pres">
      <dgm:prSet presAssocID="{18C7C841-B09D-46A1-824D-482BECD1DD19}" presName="hierRoot2" presStyleCnt="0">
        <dgm:presLayoutVars>
          <dgm:hierBranch val="init"/>
        </dgm:presLayoutVars>
      </dgm:prSet>
      <dgm:spPr/>
    </dgm:pt>
    <dgm:pt modelId="{57384E01-4461-4283-BE65-4FD2D14E0D8D}" type="pres">
      <dgm:prSet presAssocID="{18C7C841-B09D-46A1-824D-482BECD1DD19}" presName="rootComposite" presStyleCnt="0"/>
      <dgm:spPr/>
    </dgm:pt>
    <dgm:pt modelId="{5CC82C1B-905D-4CB4-A9F1-6CD104F990C4}" type="pres">
      <dgm:prSet presAssocID="{18C7C841-B09D-46A1-824D-482BECD1DD19}" presName="rootText" presStyleLbl="node3" presStyleIdx="6" presStyleCnt="8">
        <dgm:presLayoutVars>
          <dgm:chPref val="3"/>
        </dgm:presLayoutVars>
      </dgm:prSet>
      <dgm:spPr/>
    </dgm:pt>
    <dgm:pt modelId="{D8E57B74-54EE-4843-B7DF-E15C95762A8C}" type="pres">
      <dgm:prSet presAssocID="{18C7C841-B09D-46A1-824D-482BECD1DD19}" presName="rootConnector" presStyleLbl="node3" presStyleIdx="6" presStyleCnt="8"/>
      <dgm:spPr/>
    </dgm:pt>
    <dgm:pt modelId="{F6566500-A3AB-4163-AC27-70A959E6AF54}" type="pres">
      <dgm:prSet presAssocID="{18C7C841-B09D-46A1-824D-482BECD1DD19}" presName="hierChild4" presStyleCnt="0"/>
      <dgm:spPr/>
    </dgm:pt>
    <dgm:pt modelId="{6671BFC7-7B5B-4549-A8E2-C794B48731E0}" type="pres">
      <dgm:prSet presAssocID="{18C7C841-B09D-46A1-824D-482BECD1DD19}" presName="hierChild5" presStyleCnt="0"/>
      <dgm:spPr/>
    </dgm:pt>
    <dgm:pt modelId="{8CC308E8-EE22-40A1-A95B-91C39F64D0E5}" type="pres">
      <dgm:prSet presAssocID="{71B21A26-26AE-46C6-B6AC-F8BC7120E460}" presName="Name37" presStyleLbl="parChTrans1D3" presStyleIdx="7" presStyleCnt="8"/>
      <dgm:spPr/>
    </dgm:pt>
    <dgm:pt modelId="{14301FED-72A3-4214-B5D1-7695CEF3A778}" type="pres">
      <dgm:prSet presAssocID="{89EAC37C-2F04-4D49-AEB5-8F3127804EDC}" presName="hierRoot2" presStyleCnt="0">
        <dgm:presLayoutVars>
          <dgm:hierBranch val="init"/>
        </dgm:presLayoutVars>
      </dgm:prSet>
      <dgm:spPr/>
    </dgm:pt>
    <dgm:pt modelId="{2F2D5131-8035-41F8-A3DC-FFACAA85ED24}" type="pres">
      <dgm:prSet presAssocID="{89EAC37C-2F04-4D49-AEB5-8F3127804EDC}" presName="rootComposite" presStyleCnt="0"/>
      <dgm:spPr/>
    </dgm:pt>
    <dgm:pt modelId="{1CA96E49-E289-48B2-98C3-D94BF6B9C872}" type="pres">
      <dgm:prSet presAssocID="{89EAC37C-2F04-4D49-AEB5-8F3127804EDC}" presName="rootText" presStyleLbl="node3" presStyleIdx="7" presStyleCnt="8">
        <dgm:presLayoutVars>
          <dgm:chPref val="3"/>
        </dgm:presLayoutVars>
      </dgm:prSet>
      <dgm:spPr/>
    </dgm:pt>
    <dgm:pt modelId="{80A96CA2-06E5-4A3C-9072-8359382EAC71}" type="pres">
      <dgm:prSet presAssocID="{89EAC37C-2F04-4D49-AEB5-8F3127804EDC}" presName="rootConnector" presStyleLbl="node3" presStyleIdx="7" presStyleCnt="8"/>
      <dgm:spPr/>
    </dgm:pt>
    <dgm:pt modelId="{B1E4D3DC-2CD9-40F0-99D9-4756C00F5033}" type="pres">
      <dgm:prSet presAssocID="{89EAC37C-2F04-4D49-AEB5-8F3127804EDC}" presName="hierChild4" presStyleCnt="0"/>
      <dgm:spPr/>
    </dgm:pt>
    <dgm:pt modelId="{22A73090-A474-4D20-82D1-6FFF773EB028}" type="pres">
      <dgm:prSet presAssocID="{89EAC37C-2F04-4D49-AEB5-8F3127804EDC}" presName="hierChild5" presStyleCnt="0"/>
      <dgm:spPr/>
    </dgm:pt>
    <dgm:pt modelId="{8F894D45-8BFB-4B1A-B21C-FA58E2564333}" type="pres">
      <dgm:prSet presAssocID="{35EF46C9-AEB4-4F28-A161-34A2DAFC13A2}" presName="hierChild5" presStyleCnt="0"/>
      <dgm:spPr/>
    </dgm:pt>
    <dgm:pt modelId="{9E5064B9-9A12-4E52-A72D-D16522D7853B}" type="pres">
      <dgm:prSet presAssocID="{EADB1C72-1148-4267-94F5-FA3C8E1E3DDE}" presName="hierChild3" presStyleCnt="0"/>
      <dgm:spPr/>
    </dgm:pt>
  </dgm:ptLst>
  <dgm:cxnLst>
    <dgm:cxn modelId="{FDA71A00-C279-4682-95AB-AD58085EF156}" type="presOf" srcId="{4BB8ACEF-45BC-4FC0-86E8-76A9266DB771}" destId="{644F6235-E8C1-4B52-9356-A8EC02EB4B69}" srcOrd="0" destOrd="0" presId="urn:microsoft.com/office/officeart/2005/8/layout/orgChart1"/>
    <dgm:cxn modelId="{3941C005-452E-4427-8D23-F8D9ACD2EFFF}" type="presOf" srcId="{050942DC-A777-45EF-A78F-77D3DE75F313}" destId="{15684C31-F906-4A7B-BA92-3C3E24D597E0}" srcOrd="0" destOrd="0" presId="urn:microsoft.com/office/officeart/2005/8/layout/orgChart1"/>
    <dgm:cxn modelId="{4F028508-4CCA-4B0E-950F-F8B10283A416}" srcId="{47913AAF-DAC6-4C39-855B-EAE3C9622227}" destId="{EADB1C72-1148-4267-94F5-FA3C8E1E3DDE}" srcOrd="0" destOrd="0" parTransId="{BF921A5F-B2D4-43E6-AED3-08274C2E4A80}" sibTransId="{F94488C2-1C41-4987-933C-80215AC17B86}"/>
    <dgm:cxn modelId="{67EEFF0D-95D8-473F-AF84-8BFEAE66964D}" type="presOf" srcId="{C6AF1B51-2909-4A39-98AD-5AB5660E5062}" destId="{9A6FD839-C6F3-491D-B0E8-C0BF653188F8}" srcOrd="0" destOrd="0" presId="urn:microsoft.com/office/officeart/2005/8/layout/orgChart1"/>
    <dgm:cxn modelId="{99966D0F-0119-45F7-B7BB-F0620A1A4FF9}" type="presOf" srcId="{25A9C2A4-BB6A-4939-B79C-076244C6E77D}" destId="{771DF19B-E34D-4A80-9F0C-8F62BD4D2C40}" srcOrd="1" destOrd="0" presId="urn:microsoft.com/office/officeart/2005/8/layout/orgChart1"/>
    <dgm:cxn modelId="{AF3FF410-518F-47C4-B8CE-9AC044E9238C}" type="presOf" srcId="{35EF46C9-AEB4-4F28-A161-34A2DAFC13A2}" destId="{9980B8FC-3F6A-42D9-A667-3CD76E329DA3}" srcOrd="0" destOrd="0" presId="urn:microsoft.com/office/officeart/2005/8/layout/orgChart1"/>
    <dgm:cxn modelId="{398BAB17-DB07-4FA7-B6E8-3ABFD1329D39}" srcId="{EADB1C72-1148-4267-94F5-FA3C8E1E3DDE}" destId="{35EF46C9-AEB4-4F28-A161-34A2DAFC13A2}" srcOrd="2" destOrd="0" parTransId="{5E8BFBCB-90DD-4107-A9D4-FD8B792D4E47}" sibTransId="{919326A7-31C2-41D6-B6A4-9BEA6A8B9646}"/>
    <dgm:cxn modelId="{13C80023-54E2-4178-9942-8DD60C12B0E6}" type="presOf" srcId="{CE0E3E72-9811-494E-9DBF-F421645E2F64}" destId="{CCEF228B-791D-4615-B3C0-3DF9680189E9}" srcOrd="1" destOrd="0" presId="urn:microsoft.com/office/officeart/2005/8/layout/orgChart1"/>
    <dgm:cxn modelId="{BA62EC32-6B32-42B0-B56C-761AEA84586F}" type="presOf" srcId="{5C92C424-B798-4B94-931F-726650500CD7}" destId="{C73C5437-8C8B-446C-92A3-DE46A7181782}" srcOrd="0" destOrd="0" presId="urn:microsoft.com/office/officeart/2005/8/layout/orgChart1"/>
    <dgm:cxn modelId="{86D1CC35-B5BB-461A-9DE9-75B489C0F308}" type="presOf" srcId="{25A9C2A4-BB6A-4939-B79C-076244C6E77D}" destId="{2C179085-1DC2-4175-8D62-904E2F31413F}" srcOrd="0" destOrd="0" presId="urn:microsoft.com/office/officeart/2005/8/layout/orgChart1"/>
    <dgm:cxn modelId="{9EB67B40-DFDB-4649-8D9B-9E166E697198}" type="presOf" srcId="{5748FDF6-F700-4C89-B7D1-7AC7798375DB}" destId="{8ECA7DE8-763C-434C-BBBC-892044F6A0A9}" srcOrd="1" destOrd="0" presId="urn:microsoft.com/office/officeart/2005/8/layout/orgChart1"/>
    <dgm:cxn modelId="{BD6B045E-023A-4506-874C-1E8A73FA68D9}" type="presOf" srcId="{5748FDF6-F700-4C89-B7D1-7AC7798375DB}" destId="{E96581D0-030C-4694-B5C8-158584BBB2F8}" srcOrd="0" destOrd="0" presId="urn:microsoft.com/office/officeart/2005/8/layout/orgChart1"/>
    <dgm:cxn modelId="{BB9EFD5E-3773-410E-8E29-0B40F2AB8114}" type="presOf" srcId="{5A98FAD9-76E6-491B-9016-058A74EEA7F2}" destId="{3974A849-4AE3-4C0A-B2F9-14069E7FB597}" srcOrd="1" destOrd="0" presId="urn:microsoft.com/office/officeart/2005/8/layout/orgChart1"/>
    <dgm:cxn modelId="{22CD6B5F-BE96-4429-B774-318D6F0FAE27}" srcId="{3EFF2518-A52B-4106-9CF9-E0AC900F58CD}" destId="{CE0E3E72-9811-494E-9DBF-F421645E2F64}" srcOrd="1" destOrd="0" parTransId="{5C92C424-B798-4B94-931F-726650500CD7}" sibTransId="{F6BFC8A9-CE53-4FA9-B7E6-AB93C321E0FC}"/>
    <dgm:cxn modelId="{7BB07863-3871-4A98-882F-5F9F76243C72}" srcId="{EADB1C72-1148-4267-94F5-FA3C8E1E3DDE}" destId="{3EFF2518-A52B-4106-9CF9-E0AC900F58CD}" srcOrd="1" destOrd="0" parTransId="{050942DC-A777-45EF-A78F-77D3DE75F313}" sibTransId="{A8610C81-C8DE-4370-B6DF-CBAB8E98903F}"/>
    <dgm:cxn modelId="{74C15046-059E-4220-BC1C-525E4F60AEE8}" srcId="{35EF46C9-AEB4-4F28-A161-34A2DAFC13A2}" destId="{91759635-6669-40BC-ADFD-B54F00507266}" srcOrd="0" destOrd="0" parTransId="{138431B2-2C84-4794-89E7-3318FCAA9CE9}" sibTransId="{BCD06A71-A2D2-46CE-843C-999E53C48CB9}"/>
    <dgm:cxn modelId="{8D9B616C-D05B-4F21-B5C5-B42DD67D3BA5}" type="presOf" srcId="{EADB1C72-1148-4267-94F5-FA3C8E1E3DDE}" destId="{BCD1760B-A04E-44B8-9D06-E5A5AC9BCCB9}" srcOrd="0" destOrd="0" presId="urn:microsoft.com/office/officeart/2005/8/layout/orgChart1"/>
    <dgm:cxn modelId="{D5D6A44C-2B72-4FC8-B610-219A89AA026F}" type="presOf" srcId="{18C7C841-B09D-46A1-824D-482BECD1DD19}" destId="{D8E57B74-54EE-4843-B7DF-E15C95762A8C}" srcOrd="1" destOrd="0" presId="urn:microsoft.com/office/officeart/2005/8/layout/orgChart1"/>
    <dgm:cxn modelId="{FE25716D-6B25-4733-9334-EF0BD564000F}" type="presOf" srcId="{D2225C2B-83F7-4305-B606-04743E57B660}" destId="{98EBCC8C-B6D6-4A0D-98DD-4736DA2840F2}" srcOrd="1" destOrd="0" presId="urn:microsoft.com/office/officeart/2005/8/layout/orgChart1"/>
    <dgm:cxn modelId="{E1BA6F4E-F96E-4813-9750-A7A4BA24DC27}" type="presOf" srcId="{89EAC37C-2F04-4D49-AEB5-8F3127804EDC}" destId="{1CA96E49-E289-48B2-98C3-D94BF6B9C872}" srcOrd="0" destOrd="0" presId="urn:microsoft.com/office/officeart/2005/8/layout/orgChart1"/>
    <dgm:cxn modelId="{4180E850-8B7B-4F51-B3ED-E0501EE2A002}" type="presOf" srcId="{3EFF2518-A52B-4106-9CF9-E0AC900F58CD}" destId="{ECE94AB9-2FDE-4B8C-97D8-30F3B4611500}" srcOrd="0" destOrd="0" presId="urn:microsoft.com/office/officeart/2005/8/layout/orgChart1"/>
    <dgm:cxn modelId="{FEE60F72-6D47-4A96-B291-E8DB5A07E9B4}" type="presOf" srcId="{89EAC37C-2F04-4D49-AEB5-8F3127804EDC}" destId="{80A96CA2-06E5-4A3C-9072-8359382EAC71}" srcOrd="1" destOrd="0" presId="urn:microsoft.com/office/officeart/2005/8/layout/orgChart1"/>
    <dgm:cxn modelId="{E9C02B73-4ABC-4880-A7EC-084CEB2C3519}" type="presOf" srcId="{35EF46C9-AEB4-4F28-A161-34A2DAFC13A2}" destId="{6CEEBD4A-A91D-46DF-999C-5637235BC527}" srcOrd="1" destOrd="0" presId="urn:microsoft.com/office/officeart/2005/8/layout/orgChart1"/>
    <dgm:cxn modelId="{6D2EEA54-0BC7-4A30-8EB6-59DEEC69BF07}" srcId="{D47D9BA4-9355-429F-8528-B9141A57312E}" destId="{D2225C2B-83F7-4305-B606-04743E57B660}" srcOrd="1" destOrd="0" parTransId="{2357D66E-1CB8-4A18-A59E-D5BF4BAA41A7}" sibTransId="{002FF79C-9338-44BC-8E14-685D95647F93}"/>
    <dgm:cxn modelId="{3EFBC455-C48F-42E9-9062-37B006174D32}" srcId="{5748FDF6-F700-4C89-B7D1-7AC7798375DB}" destId="{F3FB5E45-D901-4E37-9FDA-2AD0B96256AC}" srcOrd="1" destOrd="0" parTransId="{35F0FC96-8C1F-4BE8-9436-870BE128B217}" sibTransId="{723F3BC6-0E9E-45AD-A64A-8D6D236D443F}"/>
    <dgm:cxn modelId="{1F899458-CFEF-4A6A-A60F-BA7E65C490C6}" type="presOf" srcId="{91759635-6669-40BC-ADFD-B54F00507266}" destId="{847974A8-17A0-499B-BAA6-5D053050116F}" srcOrd="1" destOrd="0" presId="urn:microsoft.com/office/officeart/2005/8/layout/orgChart1"/>
    <dgm:cxn modelId="{D6A29D59-BFF8-444D-A4BA-9C7202C0F2AF}" srcId="{5748FDF6-F700-4C89-B7D1-7AC7798375DB}" destId="{D47D9BA4-9355-429F-8528-B9141A57312E}" srcOrd="0" destOrd="0" parTransId="{FA665DC6-7FBB-418A-9E8C-A10F1518FA1B}" sibTransId="{BC3EC7EC-8408-4A0F-93A3-F1F299039513}"/>
    <dgm:cxn modelId="{8F9CCD7D-CA8F-499D-97D8-E252DE14B8A8}" type="presOf" srcId="{3EFF2518-A52B-4106-9CF9-E0AC900F58CD}" destId="{7F9148D3-EFED-4924-A91E-78C98FDF1333}" srcOrd="1" destOrd="0" presId="urn:microsoft.com/office/officeart/2005/8/layout/orgChart1"/>
    <dgm:cxn modelId="{4969627E-E2F0-40E1-A972-26AF3E57766A}" type="presOf" srcId="{830CE7D2-B275-4D32-AE87-7AD2DA2D0918}" destId="{9F440B7D-B8A0-467C-BC3F-849F4CBB5E9C}" srcOrd="1" destOrd="0" presId="urn:microsoft.com/office/officeart/2005/8/layout/orgChart1"/>
    <dgm:cxn modelId="{5BED9A85-8490-4E50-84BF-2F6CEDD508DD}" type="presOf" srcId="{CE0E3E72-9811-494E-9DBF-F421645E2F64}" destId="{F65D15BA-00DE-4734-8B36-7B12A9C99458}" srcOrd="0" destOrd="0" presId="urn:microsoft.com/office/officeart/2005/8/layout/orgChart1"/>
    <dgm:cxn modelId="{5612158F-31E3-4C9F-9F16-F6608AA418D3}" type="presOf" srcId="{EADB1C72-1148-4267-94F5-FA3C8E1E3DDE}" destId="{4875A5CC-BF9B-4A47-87F8-A540717110CD}" srcOrd="1" destOrd="0" presId="urn:microsoft.com/office/officeart/2005/8/layout/orgChart1"/>
    <dgm:cxn modelId="{4287E691-3DDD-44DC-8D7A-F6A324AE1946}" type="presOf" srcId="{91759635-6669-40BC-ADFD-B54F00507266}" destId="{610D8C4C-D856-442C-9897-D307566A920A}" srcOrd="0" destOrd="0" presId="urn:microsoft.com/office/officeart/2005/8/layout/orgChart1"/>
    <dgm:cxn modelId="{D81D559A-0573-47B9-A07F-8FE4BABF60A2}" type="presOf" srcId="{71B21A26-26AE-46C6-B6AC-F8BC7120E460}" destId="{8CC308E8-EE22-40A1-A95B-91C39F64D0E5}" srcOrd="0" destOrd="0" presId="urn:microsoft.com/office/officeart/2005/8/layout/orgChart1"/>
    <dgm:cxn modelId="{7B19C39D-CC99-464A-8802-B2B5A4AB4CF8}" type="presOf" srcId="{35F0FC96-8C1F-4BE8-9436-870BE128B217}" destId="{2156F8D5-AB8D-4B9C-A97B-FC19A8676FB5}" srcOrd="0" destOrd="0" presId="urn:microsoft.com/office/officeart/2005/8/layout/orgChart1"/>
    <dgm:cxn modelId="{76AAE59D-F3D9-4F19-BEF0-76DDBF6C5792}" type="presOf" srcId="{D173C71D-CF90-47E0-95BB-F687DF9281A3}" destId="{455F5507-8ABF-4CD5-A8B1-8C0152CFC917}" srcOrd="0" destOrd="0" presId="urn:microsoft.com/office/officeart/2005/8/layout/orgChart1"/>
    <dgm:cxn modelId="{F562C3A7-4614-49C5-A653-9A8C08183539}" type="presOf" srcId="{138431B2-2C84-4794-89E7-3318FCAA9CE9}" destId="{65014679-AADE-4FC7-9C28-6D680D0BADFB}" srcOrd="0" destOrd="0" presId="urn:microsoft.com/office/officeart/2005/8/layout/orgChart1"/>
    <dgm:cxn modelId="{6C6DE9A7-73CB-4194-97C0-0807896AFBDB}" type="presOf" srcId="{2357D66E-1CB8-4A18-A59E-D5BF4BAA41A7}" destId="{13E94ED7-85E4-412E-B5A3-869F78EBABB1}" srcOrd="0" destOrd="0" presId="urn:microsoft.com/office/officeart/2005/8/layout/orgChart1"/>
    <dgm:cxn modelId="{A90104AB-AB6E-4D04-9CE9-89E0F92233CD}" srcId="{35EF46C9-AEB4-4F28-A161-34A2DAFC13A2}" destId="{18C7C841-B09D-46A1-824D-482BECD1DD19}" srcOrd="1" destOrd="0" parTransId="{7A915B25-2676-47E8-8CD5-7885BD8AFC4C}" sibTransId="{192C613A-00D3-43B1-9AE8-F71056CE3E5A}"/>
    <dgm:cxn modelId="{D0A024B2-051E-4A3A-8872-C8642EFDBAAF}" type="presOf" srcId="{5E8BFBCB-90DD-4107-A9D4-FD8B792D4E47}" destId="{5E5EA3FA-A1B9-41CD-9C49-E36A66B998A7}" srcOrd="0" destOrd="0" presId="urn:microsoft.com/office/officeart/2005/8/layout/orgChart1"/>
    <dgm:cxn modelId="{F7A5A4B5-278C-4495-B007-69CBFC472D1F}" srcId="{35EF46C9-AEB4-4F28-A161-34A2DAFC13A2}" destId="{89EAC37C-2F04-4D49-AEB5-8F3127804EDC}" srcOrd="2" destOrd="0" parTransId="{71B21A26-26AE-46C6-B6AC-F8BC7120E460}" sibTransId="{89E7EE53-0D6C-4965-968E-B4EBA3E39C89}"/>
    <dgm:cxn modelId="{F720B5B5-57EF-41F4-8574-30DAE4378F09}" type="presOf" srcId="{D47D9BA4-9355-429F-8528-B9141A57312E}" destId="{0EE025E2-4E45-4895-932B-437DF06E0975}" srcOrd="1" destOrd="0" presId="urn:microsoft.com/office/officeart/2005/8/layout/orgChart1"/>
    <dgm:cxn modelId="{1D8CF2B9-EB0B-457E-B4BC-9E3BF5495A5D}" type="presOf" srcId="{FA665DC6-7FBB-418A-9E8C-A10F1518FA1B}" destId="{9F515188-EEBB-495F-ACA0-D65A72D7952C}" srcOrd="0" destOrd="0" presId="urn:microsoft.com/office/officeart/2005/8/layout/orgChart1"/>
    <dgm:cxn modelId="{EF83E0BF-EF8A-453E-A88C-347DB0755991}" type="presOf" srcId="{D2225C2B-83F7-4305-B606-04743E57B660}" destId="{2F1EC2B7-2655-40DC-8D7A-3FDF4BA214FC}" srcOrd="0" destOrd="0" presId="urn:microsoft.com/office/officeart/2005/8/layout/orgChart1"/>
    <dgm:cxn modelId="{062117C3-72D0-40EB-AD59-3FA9B8CA1E3B}" type="presOf" srcId="{7A915B25-2676-47E8-8CD5-7885BD8AFC4C}" destId="{D5B49E9C-D6CC-47AC-9094-327026571B51}" srcOrd="0" destOrd="0" presId="urn:microsoft.com/office/officeart/2005/8/layout/orgChart1"/>
    <dgm:cxn modelId="{719663C8-1F86-4D22-802D-216A90AA915E}" srcId="{5748FDF6-F700-4C89-B7D1-7AC7798375DB}" destId="{830CE7D2-B275-4D32-AE87-7AD2DA2D0918}" srcOrd="2" destOrd="0" parTransId="{D173C71D-CF90-47E0-95BB-F687DF9281A3}" sibTransId="{769399A1-A3D0-4222-A3AD-DC204249CFD3}"/>
    <dgm:cxn modelId="{B43881C8-4AE6-49EC-B202-A677A14165B5}" type="presOf" srcId="{F3FB5E45-D901-4E37-9FDA-2AD0B96256AC}" destId="{99FA2C2D-CA2A-4D2A-8C00-0D2608BA4FC3}" srcOrd="1" destOrd="0" presId="urn:microsoft.com/office/officeart/2005/8/layout/orgChart1"/>
    <dgm:cxn modelId="{135D24CA-3E7C-4849-9558-5C8063E5C02E}" type="presOf" srcId="{F3FB5E45-D901-4E37-9FDA-2AD0B96256AC}" destId="{6229753C-0FFD-407A-A31F-BDBE2978CE6B}" srcOrd="0" destOrd="0" presId="urn:microsoft.com/office/officeart/2005/8/layout/orgChart1"/>
    <dgm:cxn modelId="{20D13FCC-EEE2-4029-A648-A08B978C9BC3}" type="presOf" srcId="{9594BC1B-8A2E-4C1E-9198-D2CC7DD022EB}" destId="{F1261B37-7BAA-49CB-B93F-DE6107FE08AA}" srcOrd="0" destOrd="0" presId="urn:microsoft.com/office/officeart/2005/8/layout/orgChart1"/>
    <dgm:cxn modelId="{55F3F3D2-0377-4A34-9FF0-21ECBB676F65}" srcId="{D47D9BA4-9355-429F-8528-B9141A57312E}" destId="{5A98FAD9-76E6-491B-9016-058A74EEA7F2}" srcOrd="0" destOrd="0" parTransId="{9594BC1B-8A2E-4C1E-9198-D2CC7DD022EB}" sibTransId="{CB4D3DB4-8916-4E88-ABEC-90206C699CA8}"/>
    <dgm:cxn modelId="{7FF5AFD8-2995-48B6-A718-DC2A56529E50}" srcId="{3EFF2518-A52B-4106-9CF9-E0AC900F58CD}" destId="{25A9C2A4-BB6A-4939-B79C-076244C6E77D}" srcOrd="0" destOrd="0" parTransId="{4BB8ACEF-45BC-4FC0-86E8-76A9266DB771}" sibTransId="{C7328EDC-11CE-42A9-A7EB-099CE149A534}"/>
    <dgm:cxn modelId="{08BD43DC-41B3-466C-ADBE-1060FC5774FC}" type="presOf" srcId="{5A98FAD9-76E6-491B-9016-058A74EEA7F2}" destId="{542C0FE7-9F5B-4F3F-952B-6E716B6750AA}" srcOrd="0" destOrd="0" presId="urn:microsoft.com/office/officeart/2005/8/layout/orgChart1"/>
    <dgm:cxn modelId="{EA95A5DD-FA04-4F08-AD75-5A7A90A5E17C}" type="presOf" srcId="{47913AAF-DAC6-4C39-855B-EAE3C9622227}" destId="{45E3C947-202B-492B-957A-3261FFE97AEF}" srcOrd="0" destOrd="0" presId="urn:microsoft.com/office/officeart/2005/8/layout/orgChart1"/>
    <dgm:cxn modelId="{E243C1F0-01FC-43B3-B0F9-593CF1713F37}" type="presOf" srcId="{830CE7D2-B275-4D32-AE87-7AD2DA2D0918}" destId="{82CA3B04-1B5E-4284-942E-83F82C80058A}" srcOrd="0" destOrd="0" presId="urn:microsoft.com/office/officeart/2005/8/layout/orgChart1"/>
    <dgm:cxn modelId="{3831BEF1-4F1F-4C9A-ACF3-58A563C6A164}" type="presOf" srcId="{D47D9BA4-9355-429F-8528-B9141A57312E}" destId="{8EC88E99-2580-411A-A5C2-D4CD07D47236}" srcOrd="0" destOrd="0" presId="urn:microsoft.com/office/officeart/2005/8/layout/orgChart1"/>
    <dgm:cxn modelId="{EFE79BF9-8EB4-4A48-9E9A-E82E00D38E93}" srcId="{EADB1C72-1148-4267-94F5-FA3C8E1E3DDE}" destId="{5748FDF6-F700-4C89-B7D1-7AC7798375DB}" srcOrd="0" destOrd="0" parTransId="{C6AF1B51-2909-4A39-98AD-5AB5660E5062}" sibTransId="{E672CAE1-1276-43F3-BBE1-3EC683763685}"/>
    <dgm:cxn modelId="{A2B37EFC-104E-4BAB-BF5B-BD6C8A8B4C30}" type="presOf" srcId="{18C7C841-B09D-46A1-824D-482BECD1DD19}" destId="{5CC82C1B-905D-4CB4-A9F1-6CD104F990C4}" srcOrd="0" destOrd="0" presId="urn:microsoft.com/office/officeart/2005/8/layout/orgChart1"/>
    <dgm:cxn modelId="{009FA7BE-9D64-4393-855B-0B6224115E5F}" type="presParOf" srcId="{45E3C947-202B-492B-957A-3261FFE97AEF}" destId="{46C867D1-0ED9-4B18-9D12-D73C00B99BFE}" srcOrd="0" destOrd="0" presId="urn:microsoft.com/office/officeart/2005/8/layout/orgChart1"/>
    <dgm:cxn modelId="{BF4ED6B3-A78C-4044-9902-9945DE6701FA}" type="presParOf" srcId="{46C867D1-0ED9-4B18-9D12-D73C00B99BFE}" destId="{1C123E6A-8310-477E-8EEB-A6281CB3DA1C}" srcOrd="0" destOrd="0" presId="urn:microsoft.com/office/officeart/2005/8/layout/orgChart1"/>
    <dgm:cxn modelId="{1EB1134B-0AEF-4D80-8045-4CCB4DE6FC52}" type="presParOf" srcId="{1C123E6A-8310-477E-8EEB-A6281CB3DA1C}" destId="{BCD1760B-A04E-44B8-9D06-E5A5AC9BCCB9}" srcOrd="0" destOrd="0" presId="urn:microsoft.com/office/officeart/2005/8/layout/orgChart1"/>
    <dgm:cxn modelId="{BA4556C6-09E6-4550-A6A1-67221AFDC317}" type="presParOf" srcId="{1C123E6A-8310-477E-8EEB-A6281CB3DA1C}" destId="{4875A5CC-BF9B-4A47-87F8-A540717110CD}" srcOrd="1" destOrd="0" presId="urn:microsoft.com/office/officeart/2005/8/layout/orgChart1"/>
    <dgm:cxn modelId="{470DCE8F-C37D-47E1-A663-1880568598F4}" type="presParOf" srcId="{46C867D1-0ED9-4B18-9D12-D73C00B99BFE}" destId="{C20C35D5-58F0-4E6D-AD7E-8D841517F6FA}" srcOrd="1" destOrd="0" presId="urn:microsoft.com/office/officeart/2005/8/layout/orgChart1"/>
    <dgm:cxn modelId="{707AAEF0-A920-4DFA-B238-0CAD20D78C0F}" type="presParOf" srcId="{C20C35D5-58F0-4E6D-AD7E-8D841517F6FA}" destId="{9A6FD839-C6F3-491D-B0E8-C0BF653188F8}" srcOrd="0" destOrd="0" presId="urn:microsoft.com/office/officeart/2005/8/layout/orgChart1"/>
    <dgm:cxn modelId="{C2B25AFE-C48D-4E79-BBB0-4B97E243D562}" type="presParOf" srcId="{C20C35D5-58F0-4E6D-AD7E-8D841517F6FA}" destId="{5A2B8CAE-6F3D-4AAF-95B8-CC3459321802}" srcOrd="1" destOrd="0" presId="urn:microsoft.com/office/officeart/2005/8/layout/orgChart1"/>
    <dgm:cxn modelId="{C6FBF8C5-FF22-4391-8FB4-90468E4F4C56}" type="presParOf" srcId="{5A2B8CAE-6F3D-4AAF-95B8-CC3459321802}" destId="{88EF5F8F-CFEF-4E9C-B5F6-A3B06F1CD977}" srcOrd="0" destOrd="0" presId="urn:microsoft.com/office/officeart/2005/8/layout/orgChart1"/>
    <dgm:cxn modelId="{B5B7565B-9514-4D87-842F-C06739CA9248}" type="presParOf" srcId="{88EF5F8F-CFEF-4E9C-B5F6-A3B06F1CD977}" destId="{E96581D0-030C-4694-B5C8-158584BBB2F8}" srcOrd="0" destOrd="0" presId="urn:microsoft.com/office/officeart/2005/8/layout/orgChart1"/>
    <dgm:cxn modelId="{855C2482-3DB2-45B5-9266-371804DBCB75}" type="presParOf" srcId="{88EF5F8F-CFEF-4E9C-B5F6-A3B06F1CD977}" destId="{8ECA7DE8-763C-434C-BBBC-892044F6A0A9}" srcOrd="1" destOrd="0" presId="urn:microsoft.com/office/officeart/2005/8/layout/orgChart1"/>
    <dgm:cxn modelId="{0F421799-3CDB-4D34-B007-7D4EDBD564AA}" type="presParOf" srcId="{5A2B8CAE-6F3D-4AAF-95B8-CC3459321802}" destId="{F74E0D75-FEA5-472C-B517-2A784FD9D67D}" srcOrd="1" destOrd="0" presId="urn:microsoft.com/office/officeart/2005/8/layout/orgChart1"/>
    <dgm:cxn modelId="{B654563B-C3AC-4BB6-A8BD-46F4B89488FE}" type="presParOf" srcId="{F74E0D75-FEA5-472C-B517-2A784FD9D67D}" destId="{9F515188-EEBB-495F-ACA0-D65A72D7952C}" srcOrd="0" destOrd="0" presId="urn:microsoft.com/office/officeart/2005/8/layout/orgChart1"/>
    <dgm:cxn modelId="{F0758036-AAC4-4DAC-AEBF-3CB479CFEF45}" type="presParOf" srcId="{F74E0D75-FEA5-472C-B517-2A784FD9D67D}" destId="{00E05561-ADBB-41C5-8D1D-0043B592AA7C}" srcOrd="1" destOrd="0" presId="urn:microsoft.com/office/officeart/2005/8/layout/orgChart1"/>
    <dgm:cxn modelId="{48BCE1AC-85A3-4903-9ADB-CE6F77FAFB7B}" type="presParOf" srcId="{00E05561-ADBB-41C5-8D1D-0043B592AA7C}" destId="{BE5C9A80-333F-4438-AF5B-0EFBC02FFFD1}" srcOrd="0" destOrd="0" presId="urn:microsoft.com/office/officeart/2005/8/layout/orgChart1"/>
    <dgm:cxn modelId="{ED65E930-31ED-471B-821D-34ABA208D9B1}" type="presParOf" srcId="{BE5C9A80-333F-4438-AF5B-0EFBC02FFFD1}" destId="{8EC88E99-2580-411A-A5C2-D4CD07D47236}" srcOrd="0" destOrd="0" presId="urn:microsoft.com/office/officeart/2005/8/layout/orgChart1"/>
    <dgm:cxn modelId="{8829AF40-4FFC-446A-BB0A-18BD90137250}" type="presParOf" srcId="{BE5C9A80-333F-4438-AF5B-0EFBC02FFFD1}" destId="{0EE025E2-4E45-4895-932B-437DF06E0975}" srcOrd="1" destOrd="0" presId="urn:microsoft.com/office/officeart/2005/8/layout/orgChart1"/>
    <dgm:cxn modelId="{37ACDCE6-9433-4665-8C4F-9CBF4C61AD39}" type="presParOf" srcId="{00E05561-ADBB-41C5-8D1D-0043B592AA7C}" destId="{6C52782E-1D73-43F2-9AD1-D0B95A4CAC52}" srcOrd="1" destOrd="0" presId="urn:microsoft.com/office/officeart/2005/8/layout/orgChart1"/>
    <dgm:cxn modelId="{7A3DD324-AC45-4D5F-99CF-AC741318EED3}" type="presParOf" srcId="{6C52782E-1D73-43F2-9AD1-D0B95A4CAC52}" destId="{F1261B37-7BAA-49CB-B93F-DE6107FE08AA}" srcOrd="0" destOrd="0" presId="urn:microsoft.com/office/officeart/2005/8/layout/orgChart1"/>
    <dgm:cxn modelId="{A6DE21AE-0935-4B78-A771-555E2C425E3B}" type="presParOf" srcId="{6C52782E-1D73-43F2-9AD1-D0B95A4CAC52}" destId="{6804068D-E4BF-4FE3-9698-6C0C03AA5EA9}" srcOrd="1" destOrd="0" presId="urn:microsoft.com/office/officeart/2005/8/layout/orgChart1"/>
    <dgm:cxn modelId="{43E9DAE9-9478-45DC-BD73-1229A1DA3B17}" type="presParOf" srcId="{6804068D-E4BF-4FE3-9698-6C0C03AA5EA9}" destId="{8046A1DA-762B-4056-8AD0-62CBCA191ECF}" srcOrd="0" destOrd="0" presId="urn:microsoft.com/office/officeart/2005/8/layout/orgChart1"/>
    <dgm:cxn modelId="{7D79CA99-347F-4157-A3C0-C27D8782C235}" type="presParOf" srcId="{8046A1DA-762B-4056-8AD0-62CBCA191ECF}" destId="{542C0FE7-9F5B-4F3F-952B-6E716B6750AA}" srcOrd="0" destOrd="0" presId="urn:microsoft.com/office/officeart/2005/8/layout/orgChart1"/>
    <dgm:cxn modelId="{A47125AB-30E0-4D3C-97E0-00CC8EC950C4}" type="presParOf" srcId="{8046A1DA-762B-4056-8AD0-62CBCA191ECF}" destId="{3974A849-4AE3-4C0A-B2F9-14069E7FB597}" srcOrd="1" destOrd="0" presId="urn:microsoft.com/office/officeart/2005/8/layout/orgChart1"/>
    <dgm:cxn modelId="{95AA59DC-7A78-4B97-94D9-099A47119E6D}" type="presParOf" srcId="{6804068D-E4BF-4FE3-9698-6C0C03AA5EA9}" destId="{4AF0E473-A0EB-4855-9B45-7C424382B10D}" srcOrd="1" destOrd="0" presId="urn:microsoft.com/office/officeart/2005/8/layout/orgChart1"/>
    <dgm:cxn modelId="{5759DE9E-478F-42CD-87D4-921A938B3A10}" type="presParOf" srcId="{6804068D-E4BF-4FE3-9698-6C0C03AA5EA9}" destId="{998ECA82-3B44-447A-838D-57E361D3A3F0}" srcOrd="2" destOrd="0" presId="urn:microsoft.com/office/officeart/2005/8/layout/orgChart1"/>
    <dgm:cxn modelId="{0E39E73A-27DB-4564-8E4C-DB848CCD13B2}" type="presParOf" srcId="{6C52782E-1D73-43F2-9AD1-D0B95A4CAC52}" destId="{13E94ED7-85E4-412E-B5A3-869F78EBABB1}" srcOrd="2" destOrd="0" presId="urn:microsoft.com/office/officeart/2005/8/layout/orgChart1"/>
    <dgm:cxn modelId="{230E7E9C-4BA6-422B-8ED1-AE9815CADAC0}" type="presParOf" srcId="{6C52782E-1D73-43F2-9AD1-D0B95A4CAC52}" destId="{BE5C98C9-134C-46A5-AA28-93898C417208}" srcOrd="3" destOrd="0" presId="urn:microsoft.com/office/officeart/2005/8/layout/orgChart1"/>
    <dgm:cxn modelId="{B432EDBD-0F70-4619-B896-49A450636CB5}" type="presParOf" srcId="{BE5C98C9-134C-46A5-AA28-93898C417208}" destId="{4794BEF5-B7E4-4C28-A997-61D7F1F83EED}" srcOrd="0" destOrd="0" presId="urn:microsoft.com/office/officeart/2005/8/layout/orgChart1"/>
    <dgm:cxn modelId="{C8962563-CC67-4D79-B971-8460C11E7456}" type="presParOf" srcId="{4794BEF5-B7E4-4C28-A997-61D7F1F83EED}" destId="{2F1EC2B7-2655-40DC-8D7A-3FDF4BA214FC}" srcOrd="0" destOrd="0" presId="urn:microsoft.com/office/officeart/2005/8/layout/orgChart1"/>
    <dgm:cxn modelId="{B5F388A3-69B3-4EA1-9EA6-B0A6051BFDCD}" type="presParOf" srcId="{4794BEF5-B7E4-4C28-A997-61D7F1F83EED}" destId="{98EBCC8C-B6D6-4A0D-98DD-4736DA2840F2}" srcOrd="1" destOrd="0" presId="urn:microsoft.com/office/officeart/2005/8/layout/orgChart1"/>
    <dgm:cxn modelId="{D86F5C63-45C1-4246-9BE2-B9DFC5EB41BD}" type="presParOf" srcId="{BE5C98C9-134C-46A5-AA28-93898C417208}" destId="{D7A8B1EE-9996-41BE-8A8F-B25397E68217}" srcOrd="1" destOrd="0" presId="urn:microsoft.com/office/officeart/2005/8/layout/orgChart1"/>
    <dgm:cxn modelId="{3DCE6EDD-1BDE-416F-9EA4-75CF51C73A03}" type="presParOf" srcId="{BE5C98C9-134C-46A5-AA28-93898C417208}" destId="{8243ACA9-325F-44F4-B604-6AB3FFA3E82E}" srcOrd="2" destOrd="0" presId="urn:microsoft.com/office/officeart/2005/8/layout/orgChart1"/>
    <dgm:cxn modelId="{4C8E1F50-7B5E-48A5-ACDD-46DE5EAF42C5}" type="presParOf" srcId="{00E05561-ADBB-41C5-8D1D-0043B592AA7C}" destId="{6F297589-4CF0-4B54-B28C-EB1B02E174DA}" srcOrd="2" destOrd="0" presId="urn:microsoft.com/office/officeart/2005/8/layout/orgChart1"/>
    <dgm:cxn modelId="{255ACB6E-8FAE-4BDB-B4FD-48A7C7C13C97}" type="presParOf" srcId="{F74E0D75-FEA5-472C-B517-2A784FD9D67D}" destId="{2156F8D5-AB8D-4B9C-A97B-FC19A8676FB5}" srcOrd="2" destOrd="0" presId="urn:microsoft.com/office/officeart/2005/8/layout/orgChart1"/>
    <dgm:cxn modelId="{2E1E29AF-7545-44F0-9E5A-27CA8DEF3564}" type="presParOf" srcId="{F74E0D75-FEA5-472C-B517-2A784FD9D67D}" destId="{C0F0AD92-3C44-4436-9DE8-19054FF6A912}" srcOrd="3" destOrd="0" presId="urn:microsoft.com/office/officeart/2005/8/layout/orgChart1"/>
    <dgm:cxn modelId="{3973E471-78B7-4E53-A654-CF286DADEA8B}" type="presParOf" srcId="{C0F0AD92-3C44-4436-9DE8-19054FF6A912}" destId="{F2B56A2E-F9C0-4EB3-AFF8-BE6E8549494F}" srcOrd="0" destOrd="0" presId="urn:microsoft.com/office/officeart/2005/8/layout/orgChart1"/>
    <dgm:cxn modelId="{BBCCB2E7-1316-4C6F-8183-2C4CE0793A24}" type="presParOf" srcId="{F2B56A2E-F9C0-4EB3-AFF8-BE6E8549494F}" destId="{6229753C-0FFD-407A-A31F-BDBE2978CE6B}" srcOrd="0" destOrd="0" presId="urn:microsoft.com/office/officeart/2005/8/layout/orgChart1"/>
    <dgm:cxn modelId="{3728F158-E361-4780-B99A-C164FD390A89}" type="presParOf" srcId="{F2B56A2E-F9C0-4EB3-AFF8-BE6E8549494F}" destId="{99FA2C2D-CA2A-4D2A-8C00-0D2608BA4FC3}" srcOrd="1" destOrd="0" presId="urn:microsoft.com/office/officeart/2005/8/layout/orgChart1"/>
    <dgm:cxn modelId="{39B2251D-7374-4E43-92A7-498B559173AE}" type="presParOf" srcId="{C0F0AD92-3C44-4436-9DE8-19054FF6A912}" destId="{21961705-8165-4F76-A62D-A3A23CF84959}" srcOrd="1" destOrd="0" presId="urn:microsoft.com/office/officeart/2005/8/layout/orgChart1"/>
    <dgm:cxn modelId="{8F52A2A3-2F97-4213-B52D-BF58D754713C}" type="presParOf" srcId="{C0F0AD92-3C44-4436-9DE8-19054FF6A912}" destId="{0DE7EE8A-8D1C-44F0-AC2C-7960D2488588}" srcOrd="2" destOrd="0" presId="urn:microsoft.com/office/officeart/2005/8/layout/orgChart1"/>
    <dgm:cxn modelId="{43BB712A-ADB4-4AF7-939F-FC77CF1B6A61}" type="presParOf" srcId="{F74E0D75-FEA5-472C-B517-2A784FD9D67D}" destId="{455F5507-8ABF-4CD5-A8B1-8C0152CFC917}" srcOrd="4" destOrd="0" presId="urn:microsoft.com/office/officeart/2005/8/layout/orgChart1"/>
    <dgm:cxn modelId="{9CE29605-5F38-481C-8854-E770008EDF56}" type="presParOf" srcId="{F74E0D75-FEA5-472C-B517-2A784FD9D67D}" destId="{507A990D-9172-4920-93E1-936CD12AF53E}" srcOrd="5" destOrd="0" presId="urn:microsoft.com/office/officeart/2005/8/layout/orgChart1"/>
    <dgm:cxn modelId="{F4928B55-B0EF-4133-9BFC-B18A45482CF4}" type="presParOf" srcId="{507A990D-9172-4920-93E1-936CD12AF53E}" destId="{1DFABAC6-77A5-41B3-A781-93E7FA0AEF51}" srcOrd="0" destOrd="0" presId="urn:microsoft.com/office/officeart/2005/8/layout/orgChart1"/>
    <dgm:cxn modelId="{451FB3DD-E84D-4E60-8F83-5C42B1AE8032}" type="presParOf" srcId="{1DFABAC6-77A5-41B3-A781-93E7FA0AEF51}" destId="{82CA3B04-1B5E-4284-942E-83F82C80058A}" srcOrd="0" destOrd="0" presId="urn:microsoft.com/office/officeart/2005/8/layout/orgChart1"/>
    <dgm:cxn modelId="{3D3194D6-8C07-4E38-BD08-0B86684776C8}" type="presParOf" srcId="{1DFABAC6-77A5-41B3-A781-93E7FA0AEF51}" destId="{9F440B7D-B8A0-467C-BC3F-849F4CBB5E9C}" srcOrd="1" destOrd="0" presId="urn:microsoft.com/office/officeart/2005/8/layout/orgChart1"/>
    <dgm:cxn modelId="{88D9496F-8BCB-4A9A-862B-4F6C80370359}" type="presParOf" srcId="{507A990D-9172-4920-93E1-936CD12AF53E}" destId="{C02E34F1-1B19-4CF7-9C54-8D363B9B9012}" srcOrd="1" destOrd="0" presId="urn:microsoft.com/office/officeart/2005/8/layout/orgChart1"/>
    <dgm:cxn modelId="{9704353A-4155-4697-8090-04EF86A27CE1}" type="presParOf" srcId="{507A990D-9172-4920-93E1-936CD12AF53E}" destId="{F4A28544-7D40-45C2-ADF7-5FF5A4861289}" srcOrd="2" destOrd="0" presId="urn:microsoft.com/office/officeart/2005/8/layout/orgChart1"/>
    <dgm:cxn modelId="{F34EC1DA-94E7-4A4D-BF1C-3F5CE7247E41}" type="presParOf" srcId="{5A2B8CAE-6F3D-4AAF-95B8-CC3459321802}" destId="{93C2DDDF-BE94-4FE2-91A3-32C017EC44D9}" srcOrd="2" destOrd="0" presId="urn:microsoft.com/office/officeart/2005/8/layout/orgChart1"/>
    <dgm:cxn modelId="{CC1DFD8E-957B-4DC4-ACE6-4756E2366922}" type="presParOf" srcId="{C20C35D5-58F0-4E6D-AD7E-8D841517F6FA}" destId="{15684C31-F906-4A7B-BA92-3C3E24D597E0}" srcOrd="2" destOrd="0" presId="urn:microsoft.com/office/officeart/2005/8/layout/orgChart1"/>
    <dgm:cxn modelId="{374BCE3F-8741-4AE9-B169-CFB68B4052DC}" type="presParOf" srcId="{C20C35D5-58F0-4E6D-AD7E-8D841517F6FA}" destId="{5A8C4CF6-0394-449B-971E-E619DA4D1F1C}" srcOrd="3" destOrd="0" presId="urn:microsoft.com/office/officeart/2005/8/layout/orgChart1"/>
    <dgm:cxn modelId="{F975349E-DBCB-4C7E-8015-473DD5B14AD2}" type="presParOf" srcId="{5A8C4CF6-0394-449B-971E-E619DA4D1F1C}" destId="{2D741038-6B26-481A-B9EA-FFA5D5BD7DFC}" srcOrd="0" destOrd="0" presId="urn:microsoft.com/office/officeart/2005/8/layout/orgChart1"/>
    <dgm:cxn modelId="{63866917-5DF3-4100-AEB0-7D81CA1ED568}" type="presParOf" srcId="{2D741038-6B26-481A-B9EA-FFA5D5BD7DFC}" destId="{ECE94AB9-2FDE-4B8C-97D8-30F3B4611500}" srcOrd="0" destOrd="0" presId="urn:microsoft.com/office/officeart/2005/8/layout/orgChart1"/>
    <dgm:cxn modelId="{710D72D1-7041-4D7F-9E55-90229CB0191E}" type="presParOf" srcId="{2D741038-6B26-481A-B9EA-FFA5D5BD7DFC}" destId="{7F9148D3-EFED-4924-A91E-78C98FDF1333}" srcOrd="1" destOrd="0" presId="urn:microsoft.com/office/officeart/2005/8/layout/orgChart1"/>
    <dgm:cxn modelId="{15E3EAD8-772B-4EF4-BB7E-9255FE3A0037}" type="presParOf" srcId="{5A8C4CF6-0394-449B-971E-E619DA4D1F1C}" destId="{CB81CE34-42A2-4242-AA24-ACBABBA7B3FC}" srcOrd="1" destOrd="0" presId="urn:microsoft.com/office/officeart/2005/8/layout/orgChart1"/>
    <dgm:cxn modelId="{FB4ED687-40F0-4A72-A6DE-91630168B77C}" type="presParOf" srcId="{CB81CE34-42A2-4242-AA24-ACBABBA7B3FC}" destId="{644F6235-E8C1-4B52-9356-A8EC02EB4B69}" srcOrd="0" destOrd="0" presId="urn:microsoft.com/office/officeart/2005/8/layout/orgChart1"/>
    <dgm:cxn modelId="{ED3D9A51-9895-4533-94AB-C4605FD20CCE}" type="presParOf" srcId="{CB81CE34-42A2-4242-AA24-ACBABBA7B3FC}" destId="{19A8463D-C2A9-489B-AF63-A04CA0733033}" srcOrd="1" destOrd="0" presId="urn:microsoft.com/office/officeart/2005/8/layout/orgChart1"/>
    <dgm:cxn modelId="{CE4AA0FB-EF53-4EE6-A4CE-24F42F097444}" type="presParOf" srcId="{19A8463D-C2A9-489B-AF63-A04CA0733033}" destId="{8A1CE96F-4C85-4E99-AEB3-9F94A91B691C}" srcOrd="0" destOrd="0" presId="urn:microsoft.com/office/officeart/2005/8/layout/orgChart1"/>
    <dgm:cxn modelId="{0DDFDB4B-1306-4005-98AC-9F5DD7778ED0}" type="presParOf" srcId="{8A1CE96F-4C85-4E99-AEB3-9F94A91B691C}" destId="{2C179085-1DC2-4175-8D62-904E2F31413F}" srcOrd="0" destOrd="0" presId="urn:microsoft.com/office/officeart/2005/8/layout/orgChart1"/>
    <dgm:cxn modelId="{EBEEB6F2-5975-4A52-AA2D-19A692C7A440}" type="presParOf" srcId="{8A1CE96F-4C85-4E99-AEB3-9F94A91B691C}" destId="{771DF19B-E34D-4A80-9F0C-8F62BD4D2C40}" srcOrd="1" destOrd="0" presId="urn:microsoft.com/office/officeart/2005/8/layout/orgChart1"/>
    <dgm:cxn modelId="{302B7B56-18CD-4655-BEA5-1F59E3CA3371}" type="presParOf" srcId="{19A8463D-C2A9-489B-AF63-A04CA0733033}" destId="{9B230AF2-DD66-4885-9D0B-FB708D1D7267}" srcOrd="1" destOrd="0" presId="urn:microsoft.com/office/officeart/2005/8/layout/orgChart1"/>
    <dgm:cxn modelId="{A2D5ECDE-5402-4011-8DD8-DC8F9FFA1FCB}" type="presParOf" srcId="{19A8463D-C2A9-489B-AF63-A04CA0733033}" destId="{FB881476-A857-414F-96AC-725EB5AF198B}" srcOrd="2" destOrd="0" presId="urn:microsoft.com/office/officeart/2005/8/layout/orgChart1"/>
    <dgm:cxn modelId="{9EBB7E84-A26C-4FFC-8152-2714F53C0AAE}" type="presParOf" srcId="{CB81CE34-42A2-4242-AA24-ACBABBA7B3FC}" destId="{C73C5437-8C8B-446C-92A3-DE46A7181782}" srcOrd="2" destOrd="0" presId="urn:microsoft.com/office/officeart/2005/8/layout/orgChart1"/>
    <dgm:cxn modelId="{AF487DF4-32AA-4F75-B331-294541E0773A}" type="presParOf" srcId="{CB81CE34-42A2-4242-AA24-ACBABBA7B3FC}" destId="{4C5EE26D-D588-49E7-A4EC-D7A547222DFE}" srcOrd="3" destOrd="0" presId="urn:microsoft.com/office/officeart/2005/8/layout/orgChart1"/>
    <dgm:cxn modelId="{88C4F9EF-63BD-4612-80D2-C0AC9001B238}" type="presParOf" srcId="{4C5EE26D-D588-49E7-A4EC-D7A547222DFE}" destId="{8EFF0E06-2C5A-49AF-A823-F8D80FB6DD2F}" srcOrd="0" destOrd="0" presId="urn:microsoft.com/office/officeart/2005/8/layout/orgChart1"/>
    <dgm:cxn modelId="{C888C405-7D3B-4CBE-B799-243B27407C8E}" type="presParOf" srcId="{8EFF0E06-2C5A-49AF-A823-F8D80FB6DD2F}" destId="{F65D15BA-00DE-4734-8B36-7B12A9C99458}" srcOrd="0" destOrd="0" presId="urn:microsoft.com/office/officeart/2005/8/layout/orgChart1"/>
    <dgm:cxn modelId="{85A0122E-77D7-4591-A845-7BE506C86C9C}" type="presParOf" srcId="{8EFF0E06-2C5A-49AF-A823-F8D80FB6DD2F}" destId="{CCEF228B-791D-4615-B3C0-3DF9680189E9}" srcOrd="1" destOrd="0" presId="urn:microsoft.com/office/officeart/2005/8/layout/orgChart1"/>
    <dgm:cxn modelId="{76A213DF-8A28-4365-B8FD-65DCD4FF27DE}" type="presParOf" srcId="{4C5EE26D-D588-49E7-A4EC-D7A547222DFE}" destId="{571A74D7-1F28-460A-BE98-8D0654211435}" srcOrd="1" destOrd="0" presId="urn:microsoft.com/office/officeart/2005/8/layout/orgChart1"/>
    <dgm:cxn modelId="{F43E8D61-0106-4CC5-9647-E0EEC218E0F5}" type="presParOf" srcId="{4C5EE26D-D588-49E7-A4EC-D7A547222DFE}" destId="{9B26471B-18C2-443B-96FC-16EDF4B928D7}" srcOrd="2" destOrd="0" presId="urn:microsoft.com/office/officeart/2005/8/layout/orgChart1"/>
    <dgm:cxn modelId="{34E438D1-71A0-4DED-9260-B9106B2AF49F}" type="presParOf" srcId="{5A8C4CF6-0394-449B-971E-E619DA4D1F1C}" destId="{A111A0C0-9432-41B7-B38A-8C138BA370F1}" srcOrd="2" destOrd="0" presId="urn:microsoft.com/office/officeart/2005/8/layout/orgChart1"/>
    <dgm:cxn modelId="{78ED9BD9-D095-4DAB-9179-EE02FE8B163A}" type="presParOf" srcId="{C20C35D5-58F0-4E6D-AD7E-8D841517F6FA}" destId="{5E5EA3FA-A1B9-41CD-9C49-E36A66B998A7}" srcOrd="4" destOrd="0" presId="urn:microsoft.com/office/officeart/2005/8/layout/orgChart1"/>
    <dgm:cxn modelId="{DB61AB06-86C1-443C-AA61-1ABA49FFAAE2}" type="presParOf" srcId="{C20C35D5-58F0-4E6D-AD7E-8D841517F6FA}" destId="{76288947-62BC-4AF4-B588-3E09D083419B}" srcOrd="5" destOrd="0" presId="urn:microsoft.com/office/officeart/2005/8/layout/orgChart1"/>
    <dgm:cxn modelId="{EEE1D467-C7D4-48A8-9F5A-B6C1380783AC}" type="presParOf" srcId="{76288947-62BC-4AF4-B588-3E09D083419B}" destId="{FB50F84F-31E7-47A5-8F67-6C0A456051B1}" srcOrd="0" destOrd="0" presId="urn:microsoft.com/office/officeart/2005/8/layout/orgChart1"/>
    <dgm:cxn modelId="{1E036F01-5A67-4C36-977E-DA2EBB6D5ADB}" type="presParOf" srcId="{FB50F84F-31E7-47A5-8F67-6C0A456051B1}" destId="{9980B8FC-3F6A-42D9-A667-3CD76E329DA3}" srcOrd="0" destOrd="0" presId="urn:microsoft.com/office/officeart/2005/8/layout/orgChart1"/>
    <dgm:cxn modelId="{7D3F8981-D445-4ACB-8D74-1A47C4955F27}" type="presParOf" srcId="{FB50F84F-31E7-47A5-8F67-6C0A456051B1}" destId="{6CEEBD4A-A91D-46DF-999C-5637235BC527}" srcOrd="1" destOrd="0" presId="urn:microsoft.com/office/officeart/2005/8/layout/orgChart1"/>
    <dgm:cxn modelId="{9ED165CA-8F7F-4DF8-94AC-16C40E6D9C93}" type="presParOf" srcId="{76288947-62BC-4AF4-B588-3E09D083419B}" destId="{93FE85EF-72B6-4C45-BCE5-850960CC8D7D}" srcOrd="1" destOrd="0" presId="urn:microsoft.com/office/officeart/2005/8/layout/orgChart1"/>
    <dgm:cxn modelId="{5CFB7674-A290-49A8-B5B5-05E3BE2ADE9B}" type="presParOf" srcId="{93FE85EF-72B6-4C45-BCE5-850960CC8D7D}" destId="{65014679-AADE-4FC7-9C28-6D680D0BADFB}" srcOrd="0" destOrd="0" presId="urn:microsoft.com/office/officeart/2005/8/layout/orgChart1"/>
    <dgm:cxn modelId="{405C661A-0F69-4E6E-9983-DE7063E0B988}" type="presParOf" srcId="{93FE85EF-72B6-4C45-BCE5-850960CC8D7D}" destId="{FDE67A46-A0CD-4C9C-AD67-94CBE5F97093}" srcOrd="1" destOrd="0" presId="urn:microsoft.com/office/officeart/2005/8/layout/orgChart1"/>
    <dgm:cxn modelId="{21665C94-7064-4075-8DCC-029A79B94A3B}" type="presParOf" srcId="{FDE67A46-A0CD-4C9C-AD67-94CBE5F97093}" destId="{FA6596E9-9C25-47FC-BAEC-3AADB7BC2AD1}" srcOrd="0" destOrd="0" presId="urn:microsoft.com/office/officeart/2005/8/layout/orgChart1"/>
    <dgm:cxn modelId="{ED45D69A-D381-437C-A844-66624F21373A}" type="presParOf" srcId="{FA6596E9-9C25-47FC-BAEC-3AADB7BC2AD1}" destId="{610D8C4C-D856-442C-9897-D307566A920A}" srcOrd="0" destOrd="0" presId="urn:microsoft.com/office/officeart/2005/8/layout/orgChart1"/>
    <dgm:cxn modelId="{0A1D60AC-B69E-4D0B-B423-1FEEBA95DAFB}" type="presParOf" srcId="{FA6596E9-9C25-47FC-BAEC-3AADB7BC2AD1}" destId="{847974A8-17A0-499B-BAA6-5D053050116F}" srcOrd="1" destOrd="0" presId="urn:microsoft.com/office/officeart/2005/8/layout/orgChart1"/>
    <dgm:cxn modelId="{D789E863-C9BD-4DD4-842E-C65F3F1ECEF1}" type="presParOf" srcId="{FDE67A46-A0CD-4C9C-AD67-94CBE5F97093}" destId="{E720D972-DBAC-4B33-833C-DD7E73DAC9C7}" srcOrd="1" destOrd="0" presId="urn:microsoft.com/office/officeart/2005/8/layout/orgChart1"/>
    <dgm:cxn modelId="{82B77FE4-AABE-40AC-A8E6-C796EBA57BD6}" type="presParOf" srcId="{FDE67A46-A0CD-4C9C-AD67-94CBE5F97093}" destId="{D70209D7-59C1-43A4-BF78-AF72BD9F9FFC}" srcOrd="2" destOrd="0" presId="urn:microsoft.com/office/officeart/2005/8/layout/orgChart1"/>
    <dgm:cxn modelId="{6754F658-580F-46CD-A7BE-F00B0C0E1DC6}" type="presParOf" srcId="{93FE85EF-72B6-4C45-BCE5-850960CC8D7D}" destId="{D5B49E9C-D6CC-47AC-9094-327026571B51}" srcOrd="2" destOrd="0" presId="urn:microsoft.com/office/officeart/2005/8/layout/orgChart1"/>
    <dgm:cxn modelId="{E19F26C6-C59F-474B-8AB1-6E80BEC29C88}" type="presParOf" srcId="{93FE85EF-72B6-4C45-BCE5-850960CC8D7D}" destId="{C25D4865-4FC8-4D7B-8C86-C210B723E605}" srcOrd="3" destOrd="0" presId="urn:microsoft.com/office/officeart/2005/8/layout/orgChart1"/>
    <dgm:cxn modelId="{9F0720D8-9237-4D12-8088-4E195A3AF97B}" type="presParOf" srcId="{C25D4865-4FC8-4D7B-8C86-C210B723E605}" destId="{57384E01-4461-4283-BE65-4FD2D14E0D8D}" srcOrd="0" destOrd="0" presId="urn:microsoft.com/office/officeart/2005/8/layout/orgChart1"/>
    <dgm:cxn modelId="{BD90E83E-26DE-4169-8393-294C47AEDDFE}" type="presParOf" srcId="{57384E01-4461-4283-BE65-4FD2D14E0D8D}" destId="{5CC82C1B-905D-4CB4-A9F1-6CD104F990C4}" srcOrd="0" destOrd="0" presId="urn:microsoft.com/office/officeart/2005/8/layout/orgChart1"/>
    <dgm:cxn modelId="{C9B5E5A2-A3EA-46BF-9489-88B3A7F8C444}" type="presParOf" srcId="{57384E01-4461-4283-BE65-4FD2D14E0D8D}" destId="{D8E57B74-54EE-4843-B7DF-E15C95762A8C}" srcOrd="1" destOrd="0" presId="urn:microsoft.com/office/officeart/2005/8/layout/orgChart1"/>
    <dgm:cxn modelId="{8537ED6C-1E25-4377-B184-A4B3F35C1555}" type="presParOf" srcId="{C25D4865-4FC8-4D7B-8C86-C210B723E605}" destId="{F6566500-A3AB-4163-AC27-70A959E6AF54}" srcOrd="1" destOrd="0" presId="urn:microsoft.com/office/officeart/2005/8/layout/orgChart1"/>
    <dgm:cxn modelId="{810835DC-B95B-45EE-A2C5-B90908C57252}" type="presParOf" srcId="{C25D4865-4FC8-4D7B-8C86-C210B723E605}" destId="{6671BFC7-7B5B-4549-A8E2-C794B48731E0}" srcOrd="2" destOrd="0" presId="urn:microsoft.com/office/officeart/2005/8/layout/orgChart1"/>
    <dgm:cxn modelId="{0CF47C89-259D-4E90-8497-61C090A4CBA3}" type="presParOf" srcId="{93FE85EF-72B6-4C45-BCE5-850960CC8D7D}" destId="{8CC308E8-EE22-40A1-A95B-91C39F64D0E5}" srcOrd="4" destOrd="0" presId="urn:microsoft.com/office/officeart/2005/8/layout/orgChart1"/>
    <dgm:cxn modelId="{E7B0D00C-FF19-47E6-8373-23B065746A78}" type="presParOf" srcId="{93FE85EF-72B6-4C45-BCE5-850960CC8D7D}" destId="{14301FED-72A3-4214-B5D1-7695CEF3A778}" srcOrd="5" destOrd="0" presId="urn:microsoft.com/office/officeart/2005/8/layout/orgChart1"/>
    <dgm:cxn modelId="{9881E6F2-15E0-4C23-99B9-B47E2CED4A1D}" type="presParOf" srcId="{14301FED-72A3-4214-B5D1-7695CEF3A778}" destId="{2F2D5131-8035-41F8-A3DC-FFACAA85ED24}" srcOrd="0" destOrd="0" presId="urn:microsoft.com/office/officeart/2005/8/layout/orgChart1"/>
    <dgm:cxn modelId="{50929494-30AF-4863-87EB-D01605AFF20C}" type="presParOf" srcId="{2F2D5131-8035-41F8-A3DC-FFACAA85ED24}" destId="{1CA96E49-E289-48B2-98C3-D94BF6B9C872}" srcOrd="0" destOrd="0" presId="urn:microsoft.com/office/officeart/2005/8/layout/orgChart1"/>
    <dgm:cxn modelId="{9FD68CB2-8C8E-44D0-B3B7-6EE0A336DD2F}" type="presParOf" srcId="{2F2D5131-8035-41F8-A3DC-FFACAA85ED24}" destId="{80A96CA2-06E5-4A3C-9072-8359382EAC71}" srcOrd="1" destOrd="0" presId="urn:microsoft.com/office/officeart/2005/8/layout/orgChart1"/>
    <dgm:cxn modelId="{C71E7EA4-2E3D-4597-B13D-522461F225AD}" type="presParOf" srcId="{14301FED-72A3-4214-B5D1-7695CEF3A778}" destId="{B1E4D3DC-2CD9-40F0-99D9-4756C00F5033}" srcOrd="1" destOrd="0" presId="urn:microsoft.com/office/officeart/2005/8/layout/orgChart1"/>
    <dgm:cxn modelId="{E0E4D80E-7F76-470C-B5E5-04F293288D72}" type="presParOf" srcId="{14301FED-72A3-4214-B5D1-7695CEF3A778}" destId="{22A73090-A474-4D20-82D1-6FFF773EB028}" srcOrd="2" destOrd="0" presId="urn:microsoft.com/office/officeart/2005/8/layout/orgChart1"/>
    <dgm:cxn modelId="{F91B7DBF-1AAE-4F7A-BC7F-51690C3788E7}" type="presParOf" srcId="{76288947-62BC-4AF4-B588-3E09D083419B}" destId="{8F894D45-8BFB-4B1A-B21C-FA58E2564333}" srcOrd="2" destOrd="0" presId="urn:microsoft.com/office/officeart/2005/8/layout/orgChart1"/>
    <dgm:cxn modelId="{C17100EE-64DC-4C4F-85BE-86539D9CBF60}" type="presParOf" srcId="{46C867D1-0ED9-4B18-9D12-D73C00B99BFE}" destId="{9E5064B9-9A12-4E52-A72D-D16522D7853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9EB5D0-7860-487E-ABA3-447C7C013C00}" type="doc">
      <dgm:prSet loTypeId="urn:microsoft.com/office/officeart/2005/8/layout/h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104B1DBF-D98B-45CA-A28F-673E7B508126}">
      <dgm:prSet phldrT="[Text]"/>
      <dgm:spPr/>
      <dgm:t>
        <a:bodyPr/>
        <a:lstStyle/>
        <a:p>
          <a:r>
            <a:rPr lang="de-DE" dirty="0"/>
            <a:t>Vorprojekt</a:t>
          </a:r>
        </a:p>
      </dgm:t>
    </dgm:pt>
    <dgm:pt modelId="{8BB8B3AF-55C6-46DD-938C-3497E5D29832}" type="parTrans" cxnId="{C6C2DD1C-765A-4A03-9E36-F1F46D5E0B9A}">
      <dgm:prSet/>
      <dgm:spPr/>
      <dgm:t>
        <a:bodyPr/>
        <a:lstStyle/>
        <a:p>
          <a:endParaRPr lang="de-DE"/>
        </a:p>
      </dgm:t>
    </dgm:pt>
    <dgm:pt modelId="{55EF4A88-0BFD-435B-B310-DC63CBF50BAC}" type="sibTrans" cxnId="{C6C2DD1C-765A-4A03-9E36-F1F46D5E0B9A}">
      <dgm:prSet/>
      <dgm:spPr/>
      <dgm:t>
        <a:bodyPr/>
        <a:lstStyle/>
        <a:p>
          <a:endParaRPr lang="de-DE"/>
        </a:p>
      </dgm:t>
    </dgm:pt>
    <dgm:pt modelId="{94F13ECD-AF8D-4B56-8E9A-95EA9FD797B3}">
      <dgm:prSet phldrT="[Text]"/>
      <dgm:spPr/>
      <dgm:t>
        <a:bodyPr/>
        <a:lstStyle/>
        <a:p>
          <a:r>
            <a:rPr lang="de-DE" dirty="0"/>
            <a:t>Server</a:t>
          </a:r>
        </a:p>
      </dgm:t>
    </dgm:pt>
    <dgm:pt modelId="{B52A4FCE-E06C-4128-96F4-DE0AFB486C88}" type="parTrans" cxnId="{98769C4D-CCBF-4081-A0DE-F50BCC58247D}">
      <dgm:prSet/>
      <dgm:spPr/>
      <dgm:t>
        <a:bodyPr/>
        <a:lstStyle/>
        <a:p>
          <a:endParaRPr lang="de-DE"/>
        </a:p>
      </dgm:t>
    </dgm:pt>
    <dgm:pt modelId="{7BC57FCB-500D-4D6F-9DC4-5154248EA2C0}" type="sibTrans" cxnId="{98769C4D-CCBF-4081-A0DE-F50BCC58247D}">
      <dgm:prSet/>
      <dgm:spPr/>
      <dgm:t>
        <a:bodyPr/>
        <a:lstStyle/>
        <a:p>
          <a:endParaRPr lang="de-DE"/>
        </a:p>
      </dgm:t>
    </dgm:pt>
    <dgm:pt modelId="{E223A7E7-30DF-480E-91A3-401C078E07A5}">
      <dgm:prSet phldrT="[Text]"/>
      <dgm:spPr/>
      <dgm:t>
        <a:bodyPr/>
        <a:lstStyle/>
        <a:p>
          <a:r>
            <a:rPr lang="de-DE" dirty="0"/>
            <a:t>Kommunikation App-Server</a:t>
          </a:r>
        </a:p>
      </dgm:t>
    </dgm:pt>
    <dgm:pt modelId="{80D41350-9FCF-47F4-9C75-40A97AF5F281}" type="parTrans" cxnId="{EB8604FE-20E6-41B3-88D9-5C500DD8295B}">
      <dgm:prSet/>
      <dgm:spPr/>
      <dgm:t>
        <a:bodyPr/>
        <a:lstStyle/>
        <a:p>
          <a:endParaRPr lang="de-DE"/>
        </a:p>
      </dgm:t>
    </dgm:pt>
    <dgm:pt modelId="{85736B26-CD19-4996-BDBE-38EE701A7734}" type="sibTrans" cxnId="{EB8604FE-20E6-41B3-88D9-5C500DD8295B}">
      <dgm:prSet/>
      <dgm:spPr/>
      <dgm:t>
        <a:bodyPr/>
        <a:lstStyle/>
        <a:p>
          <a:endParaRPr lang="de-DE"/>
        </a:p>
      </dgm:t>
    </dgm:pt>
    <dgm:pt modelId="{EE9A89DC-0A0E-4F0E-8119-10BA9D89497E}">
      <dgm:prSet phldrT="[Text]"/>
      <dgm:spPr/>
      <dgm:t>
        <a:bodyPr/>
        <a:lstStyle/>
        <a:p>
          <a:r>
            <a:rPr lang="de-DE" dirty="0"/>
            <a:t>2. Release</a:t>
          </a:r>
        </a:p>
      </dgm:t>
    </dgm:pt>
    <dgm:pt modelId="{E883E374-9743-44C0-BB0A-405362EA2CF3}" type="parTrans" cxnId="{B05A9833-896B-44FB-A67F-AFF0D837E729}">
      <dgm:prSet/>
      <dgm:spPr/>
      <dgm:t>
        <a:bodyPr/>
        <a:lstStyle/>
        <a:p>
          <a:endParaRPr lang="de-DE"/>
        </a:p>
      </dgm:t>
    </dgm:pt>
    <dgm:pt modelId="{123F125D-7C01-46E5-82C4-417EE3C25774}" type="sibTrans" cxnId="{B05A9833-896B-44FB-A67F-AFF0D837E729}">
      <dgm:prSet/>
      <dgm:spPr/>
      <dgm:t>
        <a:bodyPr/>
        <a:lstStyle/>
        <a:p>
          <a:endParaRPr lang="de-DE"/>
        </a:p>
      </dgm:t>
    </dgm:pt>
    <dgm:pt modelId="{566ECC92-C6D1-4179-9FFE-9B4591AFAE13}">
      <dgm:prSet phldrT="[Text]" custT="1"/>
      <dgm:spPr/>
      <dgm:t>
        <a:bodyPr/>
        <a:lstStyle/>
        <a:p>
          <a:r>
            <a:rPr lang="de-DE" sz="1200" dirty="0"/>
            <a:t>Oberfläche Veranstalterseite</a:t>
          </a:r>
        </a:p>
      </dgm:t>
    </dgm:pt>
    <dgm:pt modelId="{0E761BF1-A3A5-4E2F-9924-8D4A06F83399}" type="parTrans" cxnId="{D632214E-54D8-450D-AB8A-DC256445E868}">
      <dgm:prSet/>
      <dgm:spPr/>
      <dgm:t>
        <a:bodyPr/>
        <a:lstStyle/>
        <a:p>
          <a:endParaRPr lang="de-DE"/>
        </a:p>
      </dgm:t>
    </dgm:pt>
    <dgm:pt modelId="{59B2E320-4479-483D-B1F3-FCC108E2F8D7}" type="sibTrans" cxnId="{D632214E-54D8-450D-AB8A-DC256445E868}">
      <dgm:prSet/>
      <dgm:spPr/>
      <dgm:t>
        <a:bodyPr/>
        <a:lstStyle/>
        <a:p>
          <a:endParaRPr lang="de-DE"/>
        </a:p>
      </dgm:t>
    </dgm:pt>
    <dgm:pt modelId="{DEE6F41D-A380-4032-B44A-AB3CF358A550}">
      <dgm:prSet phldrT="[Text]"/>
      <dgm:spPr/>
      <dgm:t>
        <a:bodyPr/>
        <a:lstStyle/>
        <a:p>
          <a:r>
            <a:rPr lang="de-DE" dirty="0"/>
            <a:t>3. Release</a:t>
          </a:r>
        </a:p>
      </dgm:t>
    </dgm:pt>
    <dgm:pt modelId="{F80CEBA4-3726-43E9-B6BF-C00E2033F0DD}" type="parTrans" cxnId="{A68B8CCC-13B3-4167-85D5-B46FF700F64D}">
      <dgm:prSet/>
      <dgm:spPr/>
      <dgm:t>
        <a:bodyPr/>
        <a:lstStyle/>
        <a:p>
          <a:endParaRPr lang="de-DE"/>
        </a:p>
      </dgm:t>
    </dgm:pt>
    <dgm:pt modelId="{7B459945-8656-4B0B-A24A-2D55EE700DE1}" type="sibTrans" cxnId="{A68B8CCC-13B3-4167-85D5-B46FF700F64D}">
      <dgm:prSet/>
      <dgm:spPr/>
      <dgm:t>
        <a:bodyPr/>
        <a:lstStyle/>
        <a:p>
          <a:endParaRPr lang="de-DE"/>
        </a:p>
      </dgm:t>
    </dgm:pt>
    <dgm:pt modelId="{83865E37-AF76-447F-8D5C-77DDBE80CBD8}">
      <dgm:prSet phldrT="[Text]" custT="1"/>
      <dgm:spPr/>
      <dgm:t>
        <a:bodyPr/>
        <a:lstStyle/>
        <a:p>
          <a:r>
            <a:rPr lang="de-DE" sz="1200" dirty="0"/>
            <a:t>Anmeldefunktionen Veranstalter</a:t>
          </a:r>
        </a:p>
      </dgm:t>
    </dgm:pt>
    <dgm:pt modelId="{0DCCFFDE-D490-4E8A-82CA-973EE064775F}" type="parTrans" cxnId="{31DD1B44-FE1D-41FB-89DC-0EC2A8E7B6B4}">
      <dgm:prSet/>
      <dgm:spPr/>
      <dgm:t>
        <a:bodyPr/>
        <a:lstStyle/>
        <a:p>
          <a:endParaRPr lang="de-DE"/>
        </a:p>
      </dgm:t>
    </dgm:pt>
    <dgm:pt modelId="{B39352CF-A27E-4BFC-A4D5-A43C00A41A4A}" type="sibTrans" cxnId="{31DD1B44-FE1D-41FB-89DC-0EC2A8E7B6B4}">
      <dgm:prSet/>
      <dgm:spPr/>
      <dgm:t>
        <a:bodyPr/>
        <a:lstStyle/>
        <a:p>
          <a:endParaRPr lang="de-DE"/>
        </a:p>
      </dgm:t>
    </dgm:pt>
    <dgm:pt modelId="{7455C732-2272-4E3A-B8C5-4E82F9F5AE7C}">
      <dgm:prSet phldrT="[Text]"/>
      <dgm:spPr/>
      <dgm:t>
        <a:bodyPr/>
        <a:lstStyle/>
        <a:p>
          <a:r>
            <a:rPr lang="de-DE" dirty="0"/>
            <a:t>5. Release</a:t>
          </a:r>
        </a:p>
      </dgm:t>
    </dgm:pt>
    <dgm:pt modelId="{AED50CF1-5F7E-4576-9EDE-CBAF781CCDE3}" type="parTrans" cxnId="{0C61A741-9298-4D5C-BF26-340653DE20E7}">
      <dgm:prSet/>
      <dgm:spPr/>
      <dgm:t>
        <a:bodyPr/>
        <a:lstStyle/>
        <a:p>
          <a:endParaRPr lang="de-DE"/>
        </a:p>
      </dgm:t>
    </dgm:pt>
    <dgm:pt modelId="{A6187FC1-58DB-4A02-90EC-B0DB3E3D3B0C}" type="sibTrans" cxnId="{0C61A741-9298-4D5C-BF26-340653DE20E7}">
      <dgm:prSet/>
      <dgm:spPr/>
      <dgm:t>
        <a:bodyPr/>
        <a:lstStyle/>
        <a:p>
          <a:endParaRPr lang="de-DE"/>
        </a:p>
      </dgm:t>
    </dgm:pt>
    <dgm:pt modelId="{3AA2DF79-73A3-4643-A01F-4E4815777E2D}">
      <dgm:prSet phldrT="[Text]"/>
      <dgm:spPr/>
      <dgm:t>
        <a:bodyPr/>
        <a:lstStyle/>
        <a:p>
          <a:r>
            <a:rPr lang="de-DE" dirty="0"/>
            <a:t>Oberfläche Schülerseite</a:t>
          </a:r>
        </a:p>
      </dgm:t>
    </dgm:pt>
    <dgm:pt modelId="{A486E9EE-7D92-4020-A1C3-069576817836}" type="parTrans" cxnId="{2CEC45EE-CD09-48CA-A312-BFC9EE51D35D}">
      <dgm:prSet/>
      <dgm:spPr/>
      <dgm:t>
        <a:bodyPr/>
        <a:lstStyle/>
        <a:p>
          <a:endParaRPr lang="de-DE"/>
        </a:p>
      </dgm:t>
    </dgm:pt>
    <dgm:pt modelId="{9CF04EEE-BBE3-4471-B162-FAAC9784948E}" type="sibTrans" cxnId="{2CEC45EE-CD09-48CA-A312-BFC9EE51D35D}">
      <dgm:prSet/>
      <dgm:spPr/>
      <dgm:t>
        <a:bodyPr/>
        <a:lstStyle/>
        <a:p>
          <a:endParaRPr lang="de-DE"/>
        </a:p>
      </dgm:t>
    </dgm:pt>
    <dgm:pt modelId="{E57135D6-03EC-49FB-94E9-3AFF5F483FCB}">
      <dgm:prSet phldrT="[Text]"/>
      <dgm:spPr/>
      <dgm:t>
        <a:bodyPr/>
        <a:lstStyle/>
        <a:p>
          <a:r>
            <a:rPr lang="de-DE" dirty="0"/>
            <a:t>RDF-Store im Server</a:t>
          </a:r>
        </a:p>
      </dgm:t>
    </dgm:pt>
    <dgm:pt modelId="{17F084B4-4E14-41FF-B081-EF86E7384AB9}" type="parTrans" cxnId="{A4999D4E-CEF7-47A1-9BC4-27A8BF39EC33}">
      <dgm:prSet/>
      <dgm:spPr/>
      <dgm:t>
        <a:bodyPr/>
        <a:lstStyle/>
        <a:p>
          <a:endParaRPr lang="de-DE"/>
        </a:p>
      </dgm:t>
    </dgm:pt>
    <dgm:pt modelId="{E013384E-ABB5-47D7-83F1-694CEE978D97}" type="sibTrans" cxnId="{A4999D4E-CEF7-47A1-9BC4-27A8BF39EC33}">
      <dgm:prSet/>
      <dgm:spPr/>
      <dgm:t>
        <a:bodyPr/>
        <a:lstStyle/>
        <a:p>
          <a:endParaRPr lang="de-DE"/>
        </a:p>
      </dgm:t>
    </dgm:pt>
    <dgm:pt modelId="{52E6AF1A-CFD0-46BB-B091-8C30EDC8B141}">
      <dgm:prSet phldrT="[Text]" custT="1"/>
      <dgm:spPr/>
      <dgm:t>
        <a:bodyPr/>
        <a:lstStyle/>
        <a:p>
          <a:r>
            <a:rPr lang="de-DE" sz="1200" dirty="0"/>
            <a:t>Integration Veranstaltungsdatenbank</a:t>
          </a:r>
        </a:p>
      </dgm:t>
    </dgm:pt>
    <dgm:pt modelId="{DBE392C4-C806-4EB7-AE8E-FD7F46857D1C}" type="parTrans" cxnId="{99381115-0CD0-4A1A-940B-86F6F8FF6961}">
      <dgm:prSet/>
      <dgm:spPr/>
      <dgm:t>
        <a:bodyPr/>
        <a:lstStyle/>
        <a:p>
          <a:endParaRPr lang="de-DE"/>
        </a:p>
      </dgm:t>
    </dgm:pt>
    <dgm:pt modelId="{18D2DCDF-8ACD-45DD-86E1-9D9386813BA4}" type="sibTrans" cxnId="{99381115-0CD0-4A1A-940B-86F6F8FF6961}">
      <dgm:prSet/>
      <dgm:spPr/>
      <dgm:t>
        <a:bodyPr/>
        <a:lstStyle/>
        <a:p>
          <a:endParaRPr lang="de-DE"/>
        </a:p>
      </dgm:t>
    </dgm:pt>
    <dgm:pt modelId="{67F6CA84-ABC4-4586-9DB7-0B4FAE317BB1}">
      <dgm:prSet phldrT="[Text]"/>
      <dgm:spPr/>
      <dgm:t>
        <a:bodyPr/>
        <a:lstStyle/>
        <a:p>
          <a:r>
            <a:rPr lang="de-DE" dirty="0"/>
            <a:t>4. Release</a:t>
          </a:r>
        </a:p>
      </dgm:t>
    </dgm:pt>
    <dgm:pt modelId="{98E30874-5653-4EE1-8C27-0A8E275BA8A0}" type="parTrans" cxnId="{F162517E-A156-4E92-8DA9-EFD8D029F30A}">
      <dgm:prSet/>
      <dgm:spPr/>
      <dgm:t>
        <a:bodyPr/>
        <a:lstStyle/>
        <a:p>
          <a:endParaRPr lang="de-DE"/>
        </a:p>
      </dgm:t>
    </dgm:pt>
    <dgm:pt modelId="{33D5585C-F0CC-49AD-8615-BA862C27E5A2}" type="sibTrans" cxnId="{F162517E-A156-4E92-8DA9-EFD8D029F30A}">
      <dgm:prSet/>
      <dgm:spPr/>
      <dgm:t>
        <a:bodyPr/>
        <a:lstStyle/>
        <a:p>
          <a:endParaRPr lang="de-DE"/>
        </a:p>
      </dgm:t>
    </dgm:pt>
    <dgm:pt modelId="{0EC03C69-A43C-4901-A14D-891E197A9599}">
      <dgm:prSet phldrT="[Text]" custT="1"/>
      <dgm:spPr/>
      <dgm:t>
        <a:bodyPr/>
        <a:lstStyle/>
        <a:p>
          <a:r>
            <a:rPr lang="de-DE" sz="1200" dirty="0"/>
            <a:t>Schlüssel erstellen</a:t>
          </a:r>
        </a:p>
      </dgm:t>
    </dgm:pt>
    <dgm:pt modelId="{51CE5855-92D1-44EA-BA23-78CFF3D8B10E}" type="parTrans" cxnId="{B5F79B37-E3CD-4444-82BF-E595FC219928}">
      <dgm:prSet/>
      <dgm:spPr/>
      <dgm:t>
        <a:bodyPr/>
        <a:lstStyle/>
        <a:p>
          <a:endParaRPr lang="de-DE"/>
        </a:p>
      </dgm:t>
    </dgm:pt>
    <dgm:pt modelId="{68AC0249-3B1D-4A41-A1BB-F0A54092D2E1}" type="sibTrans" cxnId="{B5F79B37-E3CD-4444-82BF-E595FC219928}">
      <dgm:prSet/>
      <dgm:spPr/>
      <dgm:t>
        <a:bodyPr/>
        <a:lstStyle/>
        <a:p>
          <a:endParaRPr lang="de-DE"/>
        </a:p>
      </dgm:t>
    </dgm:pt>
    <dgm:pt modelId="{FAA4AA6D-608E-437A-9D2F-E93ED779B6C9}">
      <dgm:prSet phldrT="[Text]" custT="1"/>
      <dgm:spPr/>
      <dgm:t>
        <a:bodyPr/>
        <a:lstStyle/>
        <a:p>
          <a:r>
            <a:rPr lang="de-DE" sz="1200" dirty="0"/>
            <a:t>Schlüssel speichern</a:t>
          </a:r>
        </a:p>
      </dgm:t>
    </dgm:pt>
    <dgm:pt modelId="{E61FD30B-8C7B-4C6C-8AE7-C2D1FCFCD163}" type="parTrans" cxnId="{19596BDC-3024-4DD3-9085-38DBE8720B38}">
      <dgm:prSet/>
      <dgm:spPr/>
      <dgm:t>
        <a:bodyPr/>
        <a:lstStyle/>
        <a:p>
          <a:endParaRPr lang="de-DE"/>
        </a:p>
      </dgm:t>
    </dgm:pt>
    <dgm:pt modelId="{675E9F76-7F4A-45DA-8808-3A737D0BDC82}" type="sibTrans" cxnId="{19596BDC-3024-4DD3-9085-38DBE8720B38}">
      <dgm:prSet/>
      <dgm:spPr/>
      <dgm:t>
        <a:bodyPr/>
        <a:lstStyle/>
        <a:p>
          <a:endParaRPr lang="de-DE"/>
        </a:p>
      </dgm:t>
    </dgm:pt>
    <dgm:pt modelId="{213145F5-3D7A-4DDC-B5BA-D1506A5304B6}">
      <dgm:prSet phldrT="[Text]" custT="1"/>
      <dgm:spPr/>
      <dgm:t>
        <a:bodyPr/>
        <a:lstStyle/>
        <a:p>
          <a:r>
            <a:rPr lang="de-DE" sz="1200" dirty="0"/>
            <a:t>E-Mails</a:t>
          </a:r>
          <a:endParaRPr lang="de-DE" sz="1100" dirty="0"/>
        </a:p>
      </dgm:t>
    </dgm:pt>
    <dgm:pt modelId="{215B15C1-A4A8-483F-B940-F12042559A25}" type="parTrans" cxnId="{7DC6C5BD-DD05-4891-A485-0F68814629D2}">
      <dgm:prSet/>
      <dgm:spPr/>
      <dgm:t>
        <a:bodyPr/>
        <a:lstStyle/>
        <a:p>
          <a:endParaRPr lang="de-DE"/>
        </a:p>
      </dgm:t>
    </dgm:pt>
    <dgm:pt modelId="{7066CF1D-397A-45CF-8F75-665028AAB08B}" type="sibTrans" cxnId="{7DC6C5BD-DD05-4891-A485-0F68814629D2}">
      <dgm:prSet/>
      <dgm:spPr/>
      <dgm:t>
        <a:bodyPr/>
        <a:lstStyle/>
        <a:p>
          <a:endParaRPr lang="de-DE"/>
        </a:p>
      </dgm:t>
    </dgm:pt>
    <dgm:pt modelId="{4D695495-171A-4C8C-9D90-E8EF4FF17058}">
      <dgm:prSet phldrT="[Text]" custT="1"/>
      <dgm:spPr/>
      <dgm:t>
        <a:bodyPr/>
        <a:lstStyle/>
        <a:p>
          <a:r>
            <a:rPr lang="de-DE" sz="1200" dirty="0"/>
            <a:t>Codescanner</a:t>
          </a:r>
        </a:p>
      </dgm:t>
    </dgm:pt>
    <dgm:pt modelId="{024712F5-1006-49A4-A2B9-D59F6AB3E3AE}" type="parTrans" cxnId="{C6442E53-1F26-444B-A5F8-9063BFBDD019}">
      <dgm:prSet/>
      <dgm:spPr/>
      <dgm:t>
        <a:bodyPr/>
        <a:lstStyle/>
        <a:p>
          <a:endParaRPr lang="de-DE"/>
        </a:p>
      </dgm:t>
    </dgm:pt>
    <dgm:pt modelId="{688AA501-D607-433E-8FFC-A743104F85A8}" type="sibTrans" cxnId="{C6442E53-1F26-444B-A5F8-9063BFBDD019}">
      <dgm:prSet/>
      <dgm:spPr/>
      <dgm:t>
        <a:bodyPr/>
        <a:lstStyle/>
        <a:p>
          <a:endParaRPr lang="de-DE"/>
        </a:p>
      </dgm:t>
    </dgm:pt>
    <dgm:pt modelId="{C948B8C9-47EB-4AFA-A34D-6675A52EC405}">
      <dgm:prSet phldrT="[Text]"/>
      <dgm:spPr/>
      <dgm:t>
        <a:bodyPr/>
        <a:lstStyle/>
        <a:p>
          <a:r>
            <a:rPr lang="de-DE" dirty="0"/>
            <a:t>Finalisierung der Dokumentation</a:t>
          </a:r>
        </a:p>
      </dgm:t>
    </dgm:pt>
    <dgm:pt modelId="{72600D46-57F1-4E96-9C00-490684E0818A}" type="parTrans" cxnId="{61A36816-D8B8-4D06-A992-2F8BB7C47562}">
      <dgm:prSet/>
      <dgm:spPr/>
      <dgm:t>
        <a:bodyPr/>
        <a:lstStyle/>
        <a:p>
          <a:endParaRPr lang="de-DE"/>
        </a:p>
      </dgm:t>
    </dgm:pt>
    <dgm:pt modelId="{E652F24F-5FFA-495E-AF87-90792E630859}" type="sibTrans" cxnId="{61A36816-D8B8-4D06-A992-2F8BB7C47562}">
      <dgm:prSet/>
      <dgm:spPr/>
      <dgm:t>
        <a:bodyPr/>
        <a:lstStyle/>
        <a:p>
          <a:endParaRPr lang="de-DE"/>
        </a:p>
      </dgm:t>
    </dgm:pt>
    <dgm:pt modelId="{CCEE89BA-2625-4E82-8732-00D01EDF27D0}">
      <dgm:prSet phldrT="[Text]"/>
      <dgm:spPr/>
      <dgm:t>
        <a:bodyPr/>
        <a:lstStyle/>
        <a:p>
          <a:r>
            <a:rPr lang="de-DE" dirty="0"/>
            <a:t>Bugfixing</a:t>
          </a:r>
        </a:p>
      </dgm:t>
    </dgm:pt>
    <dgm:pt modelId="{3F225FA6-0CF8-4D8A-94FE-0457B493F77D}" type="parTrans" cxnId="{42AC5D8A-FC37-4377-984C-46C6FD0B467F}">
      <dgm:prSet/>
      <dgm:spPr/>
      <dgm:t>
        <a:bodyPr/>
        <a:lstStyle/>
        <a:p>
          <a:endParaRPr lang="de-DE"/>
        </a:p>
      </dgm:t>
    </dgm:pt>
    <dgm:pt modelId="{E51EDC23-43F0-4C1B-A078-132380692D69}" type="sibTrans" cxnId="{42AC5D8A-FC37-4377-984C-46C6FD0B467F}">
      <dgm:prSet/>
      <dgm:spPr/>
      <dgm:t>
        <a:bodyPr/>
        <a:lstStyle/>
        <a:p>
          <a:endParaRPr lang="de-DE"/>
        </a:p>
      </dgm:t>
    </dgm:pt>
    <dgm:pt modelId="{FCED79BD-FDCB-4744-BFE8-88F8DA18899B}">
      <dgm:prSet phldrT="[Text]" custT="1"/>
      <dgm:spPr/>
      <dgm:t>
        <a:bodyPr/>
        <a:lstStyle/>
        <a:p>
          <a:r>
            <a:rPr lang="de-DE" sz="1200" dirty="0"/>
            <a:t>abschließende Tests</a:t>
          </a:r>
        </a:p>
      </dgm:t>
    </dgm:pt>
    <dgm:pt modelId="{46CFD32C-F889-4C20-A926-EF9CE1E88F93}" type="parTrans" cxnId="{71C1509E-5CC6-4F38-B849-D4EB661F8653}">
      <dgm:prSet/>
      <dgm:spPr/>
      <dgm:t>
        <a:bodyPr/>
        <a:lstStyle/>
        <a:p>
          <a:endParaRPr lang="de-DE"/>
        </a:p>
      </dgm:t>
    </dgm:pt>
    <dgm:pt modelId="{25F4BB37-002B-4437-A64B-BD667109FB53}" type="sibTrans" cxnId="{71C1509E-5CC6-4F38-B849-D4EB661F8653}">
      <dgm:prSet/>
      <dgm:spPr/>
      <dgm:t>
        <a:bodyPr/>
        <a:lstStyle/>
        <a:p>
          <a:endParaRPr lang="de-DE"/>
        </a:p>
      </dgm:t>
    </dgm:pt>
    <dgm:pt modelId="{DE51FA0B-B654-4CC0-BE60-B169500F6B13}">
      <dgm:prSet phldrT="[Text]" custT="1"/>
      <dgm:spPr/>
      <dgm:t>
        <a:bodyPr/>
        <a:lstStyle/>
        <a:p>
          <a:r>
            <a:rPr lang="de-DE" sz="1200" dirty="0"/>
            <a:t>Kann Ziel:</a:t>
          </a:r>
        </a:p>
      </dgm:t>
    </dgm:pt>
    <dgm:pt modelId="{EC820068-24E6-422E-8B67-0788DFF92A3A}" type="parTrans" cxnId="{BC19AB78-95A9-41D7-A8F5-88E80EA72232}">
      <dgm:prSet/>
      <dgm:spPr/>
      <dgm:t>
        <a:bodyPr/>
        <a:lstStyle/>
        <a:p>
          <a:endParaRPr lang="de-DE"/>
        </a:p>
      </dgm:t>
    </dgm:pt>
    <dgm:pt modelId="{9CB7AE3C-604A-4C3B-8D37-5EEC5A6B13E7}" type="sibTrans" cxnId="{BC19AB78-95A9-41D7-A8F5-88E80EA72232}">
      <dgm:prSet/>
      <dgm:spPr/>
      <dgm:t>
        <a:bodyPr/>
        <a:lstStyle/>
        <a:p>
          <a:endParaRPr lang="de-DE"/>
        </a:p>
      </dgm:t>
    </dgm:pt>
    <dgm:pt modelId="{2C036887-D97A-40D3-A7A6-41784D5D334E}">
      <dgm:prSet phldrT="[Text]" custT="1"/>
      <dgm:spPr/>
      <dgm:t>
        <a:bodyPr/>
        <a:lstStyle/>
        <a:p>
          <a:endParaRPr lang="de-DE" sz="1200" dirty="0"/>
        </a:p>
      </dgm:t>
    </dgm:pt>
    <dgm:pt modelId="{7E438BA1-DC75-499D-84D5-A94B1BF7F443}" type="parTrans" cxnId="{FBF7E687-2DFE-4553-B464-3E39E05EBA25}">
      <dgm:prSet/>
      <dgm:spPr/>
      <dgm:t>
        <a:bodyPr/>
        <a:lstStyle/>
        <a:p>
          <a:endParaRPr lang="de-DE"/>
        </a:p>
      </dgm:t>
    </dgm:pt>
    <dgm:pt modelId="{A58FF5A2-45FC-48E6-BD5A-F8F5D75AA3E3}" type="sibTrans" cxnId="{FBF7E687-2DFE-4553-B464-3E39E05EBA25}">
      <dgm:prSet/>
      <dgm:spPr/>
      <dgm:t>
        <a:bodyPr/>
        <a:lstStyle/>
        <a:p>
          <a:endParaRPr lang="de-DE"/>
        </a:p>
      </dgm:t>
    </dgm:pt>
    <dgm:pt modelId="{AFECC0C4-F6FF-4764-BECC-085091618BC2}">
      <dgm:prSet phldrT="[Text]" custT="1"/>
      <dgm:spPr/>
      <dgm:t>
        <a:bodyPr/>
        <a:lstStyle/>
        <a:p>
          <a:r>
            <a:rPr lang="de-DE" sz="1200" dirty="0" err="1"/>
            <a:t>Persionalisierung</a:t>
          </a:r>
          <a:r>
            <a:rPr lang="de-DE" sz="1200" dirty="0"/>
            <a:t> der App</a:t>
          </a:r>
        </a:p>
      </dgm:t>
    </dgm:pt>
    <dgm:pt modelId="{D0698E2F-686F-4726-B48F-9014EA76EF08}" type="parTrans" cxnId="{5A9B1787-9CA5-48A8-89ED-136A3FF1BAB5}">
      <dgm:prSet/>
      <dgm:spPr/>
      <dgm:t>
        <a:bodyPr/>
        <a:lstStyle/>
        <a:p>
          <a:endParaRPr lang="de-DE"/>
        </a:p>
      </dgm:t>
    </dgm:pt>
    <dgm:pt modelId="{6244715D-B4ED-47E1-870D-79E04D9C0654}" type="sibTrans" cxnId="{5A9B1787-9CA5-48A8-89ED-136A3FF1BAB5}">
      <dgm:prSet/>
      <dgm:spPr/>
      <dgm:t>
        <a:bodyPr/>
        <a:lstStyle/>
        <a:p>
          <a:endParaRPr lang="de-DE"/>
        </a:p>
      </dgm:t>
    </dgm:pt>
    <dgm:pt modelId="{38AACF2E-D26A-4C0C-951F-E8F26545C2FF}">
      <dgm:prSet phldrT="[Text]" custT="1"/>
      <dgm:spPr/>
      <dgm:t>
        <a:bodyPr/>
        <a:lstStyle/>
        <a:p>
          <a:r>
            <a:rPr lang="de-DE" sz="1200" dirty="0"/>
            <a:t>Kann-Ziel: Schüler kann sich im </a:t>
          </a:r>
          <a:r>
            <a:rPr lang="de-DE" sz="1200" dirty="0" err="1"/>
            <a:t>Vorraus</a:t>
          </a:r>
          <a:r>
            <a:rPr lang="de-DE" sz="1200" dirty="0"/>
            <a:t> für Veranstaltungen anmelden und das wird dem Veranstalter angezeigt.</a:t>
          </a:r>
        </a:p>
      </dgm:t>
    </dgm:pt>
    <dgm:pt modelId="{F3675941-6F41-488A-92D0-1C1C8DEC6C6E}" type="parTrans" cxnId="{1955092D-20EC-4E3E-AC9F-EB63426C7C3B}">
      <dgm:prSet/>
      <dgm:spPr/>
      <dgm:t>
        <a:bodyPr/>
        <a:lstStyle/>
        <a:p>
          <a:endParaRPr lang="de-DE"/>
        </a:p>
      </dgm:t>
    </dgm:pt>
    <dgm:pt modelId="{71163433-06EB-4E09-9046-8BBADBDC13BE}" type="sibTrans" cxnId="{1955092D-20EC-4E3E-AC9F-EB63426C7C3B}">
      <dgm:prSet/>
      <dgm:spPr/>
      <dgm:t>
        <a:bodyPr/>
        <a:lstStyle/>
        <a:p>
          <a:endParaRPr lang="de-DE"/>
        </a:p>
      </dgm:t>
    </dgm:pt>
    <dgm:pt modelId="{163DD35C-9C3F-4863-9EB3-B19412A7FD31}">
      <dgm:prSet phldrT="[Text]" custT="1"/>
      <dgm:spPr/>
      <dgm:t>
        <a:bodyPr/>
        <a:lstStyle/>
        <a:p>
          <a:endParaRPr lang="de-DE" sz="1200" dirty="0"/>
        </a:p>
      </dgm:t>
    </dgm:pt>
    <dgm:pt modelId="{9B613B21-CB3D-450C-AD19-01C0419917A9}" type="parTrans" cxnId="{A04068B6-9009-4BF9-AECD-AB6983729E28}">
      <dgm:prSet/>
      <dgm:spPr/>
      <dgm:t>
        <a:bodyPr/>
        <a:lstStyle/>
        <a:p>
          <a:endParaRPr lang="de-DE"/>
        </a:p>
      </dgm:t>
    </dgm:pt>
    <dgm:pt modelId="{1B3B7853-0B58-46E6-A764-8F10C7EE2ECD}" type="sibTrans" cxnId="{A04068B6-9009-4BF9-AECD-AB6983729E28}">
      <dgm:prSet/>
      <dgm:spPr/>
      <dgm:t>
        <a:bodyPr/>
        <a:lstStyle/>
        <a:p>
          <a:endParaRPr lang="de-DE"/>
        </a:p>
      </dgm:t>
    </dgm:pt>
    <dgm:pt modelId="{9D299AAC-FF2B-4DBD-AB78-530D04DEF4D8}" type="pres">
      <dgm:prSet presAssocID="{C79EB5D0-7860-487E-ABA3-447C7C013C00}" presName="linearFlow" presStyleCnt="0">
        <dgm:presLayoutVars>
          <dgm:dir/>
          <dgm:animLvl val="lvl"/>
          <dgm:resizeHandles/>
        </dgm:presLayoutVars>
      </dgm:prSet>
      <dgm:spPr/>
    </dgm:pt>
    <dgm:pt modelId="{5DE03421-CE46-44A1-8FE9-504224F47C82}" type="pres">
      <dgm:prSet presAssocID="{104B1DBF-D98B-45CA-A28F-673E7B508126}" presName="compositeNode" presStyleCnt="0">
        <dgm:presLayoutVars>
          <dgm:bulletEnabled val="1"/>
        </dgm:presLayoutVars>
      </dgm:prSet>
      <dgm:spPr/>
    </dgm:pt>
    <dgm:pt modelId="{742E90CA-1B4C-412E-90B2-9F9D8C2A4BAF}" type="pres">
      <dgm:prSet presAssocID="{104B1DBF-D98B-45CA-A28F-673E7B508126}" presName="image" presStyleLbl="fgImgPlace1" presStyleIdx="0" presStyleCnt="5"/>
      <dgm:spPr/>
    </dgm:pt>
    <dgm:pt modelId="{A953BC1D-C23A-4247-AEDB-FD3027ACFCE3}" type="pres">
      <dgm:prSet presAssocID="{104B1DBF-D98B-45CA-A28F-673E7B508126}" presName="childNode" presStyleLbl="node1" presStyleIdx="0" presStyleCnt="5">
        <dgm:presLayoutVars>
          <dgm:bulletEnabled val="1"/>
        </dgm:presLayoutVars>
      </dgm:prSet>
      <dgm:spPr/>
    </dgm:pt>
    <dgm:pt modelId="{40214596-56F9-457A-87B6-12EFD2CEDE35}" type="pres">
      <dgm:prSet presAssocID="{104B1DBF-D98B-45CA-A28F-673E7B508126}" presName="parentNode" presStyleLbl="revTx" presStyleIdx="0" presStyleCnt="5">
        <dgm:presLayoutVars>
          <dgm:chMax val="0"/>
          <dgm:bulletEnabled val="1"/>
        </dgm:presLayoutVars>
      </dgm:prSet>
      <dgm:spPr/>
    </dgm:pt>
    <dgm:pt modelId="{9AD0C8D1-0737-4269-AB42-A52513CDAF3A}" type="pres">
      <dgm:prSet presAssocID="{55EF4A88-0BFD-435B-B310-DC63CBF50BAC}" presName="sibTrans" presStyleCnt="0"/>
      <dgm:spPr/>
    </dgm:pt>
    <dgm:pt modelId="{79BB9B72-666E-4ABD-A4F3-D2A0F7E6F0D2}" type="pres">
      <dgm:prSet presAssocID="{EE9A89DC-0A0E-4F0E-8119-10BA9D89497E}" presName="compositeNode" presStyleCnt="0">
        <dgm:presLayoutVars>
          <dgm:bulletEnabled val="1"/>
        </dgm:presLayoutVars>
      </dgm:prSet>
      <dgm:spPr/>
    </dgm:pt>
    <dgm:pt modelId="{B494F6BA-475B-44D3-BA68-B7F3C3486A11}" type="pres">
      <dgm:prSet presAssocID="{EE9A89DC-0A0E-4F0E-8119-10BA9D89497E}" presName="image" presStyleLbl="fgImgPlace1" presStyleIdx="1" presStyleCnt="5"/>
      <dgm:spPr/>
    </dgm:pt>
    <dgm:pt modelId="{EF13FDF9-1A19-4E41-AC06-F5BDBBCB1C29}" type="pres">
      <dgm:prSet presAssocID="{EE9A89DC-0A0E-4F0E-8119-10BA9D89497E}" presName="childNode" presStyleLbl="node1" presStyleIdx="1" presStyleCnt="5">
        <dgm:presLayoutVars>
          <dgm:bulletEnabled val="1"/>
        </dgm:presLayoutVars>
      </dgm:prSet>
      <dgm:spPr/>
    </dgm:pt>
    <dgm:pt modelId="{DE9BA48A-C0AC-4287-A247-BEA0E23CDFE7}" type="pres">
      <dgm:prSet presAssocID="{EE9A89DC-0A0E-4F0E-8119-10BA9D89497E}" presName="parentNode" presStyleLbl="revTx" presStyleIdx="1" presStyleCnt="5">
        <dgm:presLayoutVars>
          <dgm:chMax val="0"/>
          <dgm:bulletEnabled val="1"/>
        </dgm:presLayoutVars>
      </dgm:prSet>
      <dgm:spPr/>
    </dgm:pt>
    <dgm:pt modelId="{1478DCAF-1D19-4174-8C8D-E080A2DD2A13}" type="pres">
      <dgm:prSet presAssocID="{123F125D-7C01-46E5-82C4-417EE3C25774}" presName="sibTrans" presStyleCnt="0"/>
      <dgm:spPr/>
    </dgm:pt>
    <dgm:pt modelId="{530C11EF-D011-49C4-8AB7-6442347BDF92}" type="pres">
      <dgm:prSet presAssocID="{DEE6F41D-A380-4032-B44A-AB3CF358A550}" presName="compositeNode" presStyleCnt="0">
        <dgm:presLayoutVars>
          <dgm:bulletEnabled val="1"/>
        </dgm:presLayoutVars>
      </dgm:prSet>
      <dgm:spPr/>
    </dgm:pt>
    <dgm:pt modelId="{478C5F26-5E75-493F-BE91-EEB2303E1622}" type="pres">
      <dgm:prSet presAssocID="{DEE6F41D-A380-4032-B44A-AB3CF358A550}" presName="image" presStyleLbl="fgImgPlace1" presStyleIdx="2" presStyleCnt="5"/>
      <dgm:spPr/>
    </dgm:pt>
    <dgm:pt modelId="{ECCF4048-83F7-46A7-BBFA-8E92EE59C636}" type="pres">
      <dgm:prSet presAssocID="{DEE6F41D-A380-4032-B44A-AB3CF358A550}" presName="childNode" presStyleLbl="node1" presStyleIdx="2" presStyleCnt="5">
        <dgm:presLayoutVars>
          <dgm:bulletEnabled val="1"/>
        </dgm:presLayoutVars>
      </dgm:prSet>
      <dgm:spPr/>
    </dgm:pt>
    <dgm:pt modelId="{6DA1C2F1-857F-4B43-916E-65ECFA9A6515}" type="pres">
      <dgm:prSet presAssocID="{DEE6F41D-A380-4032-B44A-AB3CF358A550}" presName="parentNode" presStyleLbl="revTx" presStyleIdx="2" presStyleCnt="5">
        <dgm:presLayoutVars>
          <dgm:chMax val="0"/>
          <dgm:bulletEnabled val="1"/>
        </dgm:presLayoutVars>
      </dgm:prSet>
      <dgm:spPr/>
    </dgm:pt>
    <dgm:pt modelId="{AFAE69BB-EA15-4570-B414-F2AFA4B918AA}" type="pres">
      <dgm:prSet presAssocID="{7B459945-8656-4B0B-A24A-2D55EE700DE1}" presName="sibTrans" presStyleCnt="0"/>
      <dgm:spPr/>
    </dgm:pt>
    <dgm:pt modelId="{F79D15A9-7E35-44EE-9C8E-CE46E1ED223D}" type="pres">
      <dgm:prSet presAssocID="{67F6CA84-ABC4-4586-9DB7-0B4FAE317BB1}" presName="compositeNode" presStyleCnt="0">
        <dgm:presLayoutVars>
          <dgm:bulletEnabled val="1"/>
        </dgm:presLayoutVars>
      </dgm:prSet>
      <dgm:spPr/>
    </dgm:pt>
    <dgm:pt modelId="{8520FF48-23D7-4CCB-8C9C-B3CAC534C7BE}" type="pres">
      <dgm:prSet presAssocID="{67F6CA84-ABC4-4586-9DB7-0B4FAE317BB1}" presName="image" presStyleLbl="fgImgPlace1" presStyleIdx="3" presStyleCnt="5"/>
      <dgm:spPr/>
    </dgm:pt>
    <dgm:pt modelId="{BCF859DC-C697-41C2-8B2F-9A6FD8CDFB4A}" type="pres">
      <dgm:prSet presAssocID="{67F6CA84-ABC4-4586-9DB7-0B4FAE317BB1}" presName="childNode" presStyleLbl="node1" presStyleIdx="3" presStyleCnt="5">
        <dgm:presLayoutVars>
          <dgm:bulletEnabled val="1"/>
        </dgm:presLayoutVars>
      </dgm:prSet>
      <dgm:spPr/>
    </dgm:pt>
    <dgm:pt modelId="{39D6989D-5418-4ED2-A231-60F0F62CB753}" type="pres">
      <dgm:prSet presAssocID="{67F6CA84-ABC4-4586-9DB7-0B4FAE317BB1}" presName="parentNode" presStyleLbl="revTx" presStyleIdx="3" presStyleCnt="5">
        <dgm:presLayoutVars>
          <dgm:chMax val="0"/>
          <dgm:bulletEnabled val="1"/>
        </dgm:presLayoutVars>
      </dgm:prSet>
      <dgm:spPr/>
    </dgm:pt>
    <dgm:pt modelId="{D1ACBF67-FE15-41BE-AB6E-B38EB5EE22DE}" type="pres">
      <dgm:prSet presAssocID="{33D5585C-F0CC-49AD-8615-BA862C27E5A2}" presName="sibTrans" presStyleCnt="0"/>
      <dgm:spPr/>
    </dgm:pt>
    <dgm:pt modelId="{D5B9940E-FD9B-473D-B389-4516903D07CF}" type="pres">
      <dgm:prSet presAssocID="{7455C732-2272-4E3A-B8C5-4E82F9F5AE7C}" presName="compositeNode" presStyleCnt="0">
        <dgm:presLayoutVars>
          <dgm:bulletEnabled val="1"/>
        </dgm:presLayoutVars>
      </dgm:prSet>
      <dgm:spPr/>
    </dgm:pt>
    <dgm:pt modelId="{E33BF6F1-56B9-4B3F-B9ED-A724CD648313}" type="pres">
      <dgm:prSet presAssocID="{7455C732-2272-4E3A-B8C5-4E82F9F5AE7C}" presName="image" presStyleLbl="fgImgPlace1" presStyleIdx="4" presStyleCnt="5"/>
      <dgm:spPr/>
    </dgm:pt>
    <dgm:pt modelId="{1147A7A8-05E1-44F7-8FB7-58B494579E48}" type="pres">
      <dgm:prSet presAssocID="{7455C732-2272-4E3A-B8C5-4E82F9F5AE7C}" presName="childNode" presStyleLbl="node1" presStyleIdx="4" presStyleCnt="5">
        <dgm:presLayoutVars>
          <dgm:bulletEnabled val="1"/>
        </dgm:presLayoutVars>
      </dgm:prSet>
      <dgm:spPr/>
    </dgm:pt>
    <dgm:pt modelId="{816071D4-14BB-40B8-9904-7FC5535646B6}" type="pres">
      <dgm:prSet presAssocID="{7455C732-2272-4E3A-B8C5-4E82F9F5AE7C}" presName="parentNode" presStyleLbl="revTx" presStyleIdx="4" presStyleCnt="5">
        <dgm:presLayoutVars>
          <dgm:chMax val="0"/>
          <dgm:bulletEnabled val="1"/>
        </dgm:presLayoutVars>
      </dgm:prSet>
      <dgm:spPr/>
    </dgm:pt>
  </dgm:ptLst>
  <dgm:cxnLst>
    <dgm:cxn modelId="{99381115-0CD0-4A1A-940B-86F6F8FF6961}" srcId="{EE9A89DC-0A0E-4F0E-8119-10BA9D89497E}" destId="{52E6AF1A-CFD0-46BB-B091-8C30EDC8B141}" srcOrd="1" destOrd="0" parTransId="{DBE392C4-C806-4EB7-AE8E-FD7F46857D1C}" sibTransId="{18D2DCDF-8ACD-45DD-86E1-9D9386813BA4}"/>
    <dgm:cxn modelId="{61A36816-D8B8-4D06-A992-2F8BB7C47562}" srcId="{7455C732-2272-4E3A-B8C5-4E82F9F5AE7C}" destId="{C948B8C9-47EB-4AFA-A34D-6675A52EC405}" srcOrd="0" destOrd="0" parTransId="{72600D46-57F1-4E96-9C00-490684E0818A}" sibTransId="{E652F24F-5FFA-495E-AF87-90792E630859}"/>
    <dgm:cxn modelId="{16C1B21A-52E9-414F-8142-0A2F1563FC05}" type="presOf" srcId="{DE51FA0B-B654-4CC0-BE60-B169500F6B13}" destId="{EF13FDF9-1A19-4E41-AC06-F5BDBBCB1C29}" srcOrd="0" destOrd="3" presId="urn:microsoft.com/office/officeart/2005/8/layout/hList2"/>
    <dgm:cxn modelId="{C6C2DD1C-765A-4A03-9E36-F1F46D5E0B9A}" srcId="{C79EB5D0-7860-487E-ABA3-447C7C013C00}" destId="{104B1DBF-D98B-45CA-A28F-673E7B508126}" srcOrd="0" destOrd="0" parTransId="{8BB8B3AF-55C6-46DD-938C-3497E5D29832}" sibTransId="{55EF4A88-0BFD-435B-B310-DC63CBF50BAC}"/>
    <dgm:cxn modelId="{1FB9C625-E078-4F5C-8551-FBB6E5D0B77F}" type="presOf" srcId="{0EC03C69-A43C-4901-A14D-891E197A9599}" destId="{ECCF4048-83F7-46A7-BBFA-8E92EE59C636}" srcOrd="0" destOrd="1" presId="urn:microsoft.com/office/officeart/2005/8/layout/hList2"/>
    <dgm:cxn modelId="{A1AC212C-E163-4D03-84F9-9851D2550830}" type="presOf" srcId="{7455C732-2272-4E3A-B8C5-4E82F9F5AE7C}" destId="{816071D4-14BB-40B8-9904-7FC5535646B6}" srcOrd="0" destOrd="0" presId="urn:microsoft.com/office/officeart/2005/8/layout/hList2"/>
    <dgm:cxn modelId="{1955092D-20EC-4E3E-AC9F-EB63426C7C3B}" srcId="{67F6CA84-ABC4-4586-9DB7-0B4FAE317BB1}" destId="{38AACF2E-D26A-4C0C-951F-E8F26545C2FF}" srcOrd="3" destOrd="0" parTransId="{F3675941-6F41-488A-92D0-1C1C8DEC6C6E}" sibTransId="{71163433-06EB-4E09-9046-8BBADBDC13BE}"/>
    <dgm:cxn modelId="{B05A9833-896B-44FB-A67F-AFF0D837E729}" srcId="{C79EB5D0-7860-487E-ABA3-447C7C013C00}" destId="{EE9A89DC-0A0E-4F0E-8119-10BA9D89497E}" srcOrd="1" destOrd="0" parTransId="{E883E374-9743-44C0-BB0A-405362EA2CF3}" sibTransId="{123F125D-7C01-46E5-82C4-417EE3C25774}"/>
    <dgm:cxn modelId="{B5F79B37-E3CD-4444-82BF-E595FC219928}" srcId="{83865E37-AF76-447F-8D5C-77DDBE80CBD8}" destId="{0EC03C69-A43C-4901-A14D-891E197A9599}" srcOrd="0" destOrd="0" parTransId="{51CE5855-92D1-44EA-BA23-78CFF3D8B10E}" sibTransId="{68AC0249-3B1D-4A41-A1BB-F0A54092D2E1}"/>
    <dgm:cxn modelId="{0C61A741-9298-4D5C-BF26-340653DE20E7}" srcId="{C79EB5D0-7860-487E-ABA3-447C7C013C00}" destId="{7455C732-2272-4E3A-B8C5-4E82F9F5AE7C}" srcOrd="4" destOrd="0" parTransId="{AED50CF1-5F7E-4576-9EDE-CBAF781CCDE3}" sibTransId="{A6187FC1-58DB-4A02-90EC-B0DB3E3D3B0C}"/>
    <dgm:cxn modelId="{6F3F0162-E15C-4A25-B7B0-41DA1D8F3396}" type="presOf" srcId="{AFECC0C4-F6FF-4764-BECC-085091618BC2}" destId="{EF13FDF9-1A19-4E41-AC06-F5BDBBCB1C29}" srcOrd="0" destOrd="4" presId="urn:microsoft.com/office/officeart/2005/8/layout/hList2"/>
    <dgm:cxn modelId="{4432E242-66B5-4167-82EB-3F4FAE6605DF}" type="presOf" srcId="{52E6AF1A-CFD0-46BB-B091-8C30EDC8B141}" destId="{EF13FDF9-1A19-4E41-AC06-F5BDBBCB1C29}" srcOrd="0" destOrd="1" presId="urn:microsoft.com/office/officeart/2005/8/layout/hList2"/>
    <dgm:cxn modelId="{31DD1B44-FE1D-41FB-89DC-0EC2A8E7B6B4}" srcId="{DEE6F41D-A380-4032-B44A-AB3CF358A550}" destId="{83865E37-AF76-447F-8D5C-77DDBE80CBD8}" srcOrd="0" destOrd="0" parTransId="{0DCCFFDE-D490-4E8A-82CA-973EE064775F}" sibTransId="{B39352CF-A27E-4BFC-A4D5-A43C00A41A4A}"/>
    <dgm:cxn modelId="{5C328046-CD2F-4CFB-A9A4-5AD64236534B}" type="presOf" srcId="{94F13ECD-AF8D-4B56-8E9A-95EA9FD797B3}" destId="{A953BC1D-C23A-4247-AEDB-FD3027ACFCE3}" srcOrd="0" destOrd="0" presId="urn:microsoft.com/office/officeart/2005/8/layout/hList2"/>
    <dgm:cxn modelId="{FDF5B86B-88F1-4DBE-9DB0-B9FA02F3B5D5}" type="presOf" srcId="{4D695495-171A-4C8C-9D90-E8EF4FF17058}" destId="{BCF859DC-C697-41C2-8B2F-9A6FD8CDFB4A}" srcOrd="0" destOrd="0" presId="urn:microsoft.com/office/officeart/2005/8/layout/hList2"/>
    <dgm:cxn modelId="{3EEA2E6D-6507-4C40-A40F-44D97B0A1D29}" type="presOf" srcId="{3AA2DF79-73A3-4643-A01F-4E4815777E2D}" destId="{A953BC1D-C23A-4247-AEDB-FD3027ACFCE3}" srcOrd="0" destOrd="2" presId="urn:microsoft.com/office/officeart/2005/8/layout/hList2"/>
    <dgm:cxn modelId="{98769C4D-CCBF-4081-A0DE-F50BCC58247D}" srcId="{104B1DBF-D98B-45CA-A28F-673E7B508126}" destId="{94F13ECD-AF8D-4B56-8E9A-95EA9FD797B3}" srcOrd="0" destOrd="0" parTransId="{B52A4FCE-E06C-4128-96F4-DE0AFB486C88}" sibTransId="{7BC57FCB-500D-4D6F-9DC4-5154248EA2C0}"/>
    <dgm:cxn modelId="{D632214E-54D8-450D-AB8A-DC256445E868}" srcId="{EE9A89DC-0A0E-4F0E-8119-10BA9D89497E}" destId="{566ECC92-C6D1-4179-9FFE-9B4591AFAE13}" srcOrd="0" destOrd="0" parTransId="{0E761BF1-A3A5-4E2F-9924-8D4A06F83399}" sibTransId="{59B2E320-4479-483D-B1F3-FCC108E2F8D7}"/>
    <dgm:cxn modelId="{A4999D4E-CEF7-47A1-9BC4-27A8BF39EC33}" srcId="{104B1DBF-D98B-45CA-A28F-673E7B508126}" destId="{E57135D6-03EC-49FB-94E9-3AFF5F483FCB}" srcOrd="1" destOrd="0" parTransId="{17F084B4-4E14-41FF-B081-EF86E7384AB9}" sibTransId="{E013384E-ABB5-47D7-83F1-694CEE978D97}"/>
    <dgm:cxn modelId="{C6442E53-1F26-444B-A5F8-9063BFBDD019}" srcId="{67F6CA84-ABC4-4586-9DB7-0B4FAE317BB1}" destId="{4D695495-171A-4C8C-9D90-E8EF4FF17058}" srcOrd="0" destOrd="0" parTransId="{024712F5-1006-49A4-A2B9-D59F6AB3E3AE}" sibTransId="{688AA501-D607-433E-8FFC-A743104F85A8}"/>
    <dgm:cxn modelId="{8690BB74-3186-40B7-925B-2AF2741ECF16}" type="presOf" srcId="{38AACF2E-D26A-4C0C-951F-E8F26545C2FF}" destId="{BCF859DC-C697-41C2-8B2F-9A6FD8CDFB4A}" srcOrd="0" destOrd="3" presId="urn:microsoft.com/office/officeart/2005/8/layout/hList2"/>
    <dgm:cxn modelId="{BC19AB78-95A9-41D7-A8F5-88E80EA72232}" srcId="{EE9A89DC-0A0E-4F0E-8119-10BA9D89497E}" destId="{DE51FA0B-B654-4CC0-BE60-B169500F6B13}" srcOrd="3" destOrd="0" parTransId="{EC820068-24E6-422E-8B67-0788DFF92A3A}" sibTransId="{9CB7AE3C-604A-4C3B-8D37-5EEC5A6B13E7}"/>
    <dgm:cxn modelId="{8E62F458-9C7C-4CD8-AD38-A3308F6E1DB4}" type="presOf" srcId="{163DD35C-9C3F-4863-9EB3-B19412A7FD31}" destId="{BCF859DC-C697-41C2-8B2F-9A6FD8CDFB4A}" srcOrd="0" destOrd="2" presId="urn:microsoft.com/office/officeart/2005/8/layout/hList2"/>
    <dgm:cxn modelId="{F3BAC07D-1795-4870-9A26-0E99C3C773EE}" type="presOf" srcId="{67F6CA84-ABC4-4586-9DB7-0B4FAE317BB1}" destId="{39D6989D-5418-4ED2-A231-60F0F62CB753}" srcOrd="0" destOrd="0" presId="urn:microsoft.com/office/officeart/2005/8/layout/hList2"/>
    <dgm:cxn modelId="{F162517E-A156-4E92-8DA9-EFD8D029F30A}" srcId="{C79EB5D0-7860-487E-ABA3-447C7C013C00}" destId="{67F6CA84-ABC4-4586-9DB7-0B4FAE317BB1}" srcOrd="3" destOrd="0" parTransId="{98E30874-5653-4EE1-8C27-0A8E275BA8A0}" sibTransId="{33D5585C-F0CC-49AD-8615-BA862C27E5A2}"/>
    <dgm:cxn modelId="{940EFA7F-FFB9-405F-A901-92C83CC9F379}" type="presOf" srcId="{83865E37-AF76-447F-8D5C-77DDBE80CBD8}" destId="{ECCF4048-83F7-46A7-BBFA-8E92EE59C636}" srcOrd="0" destOrd="0" presId="urn:microsoft.com/office/officeart/2005/8/layout/hList2"/>
    <dgm:cxn modelId="{5A9B1787-9CA5-48A8-89ED-136A3FF1BAB5}" srcId="{DE51FA0B-B654-4CC0-BE60-B169500F6B13}" destId="{AFECC0C4-F6FF-4764-BECC-085091618BC2}" srcOrd="0" destOrd="0" parTransId="{D0698E2F-686F-4726-B48F-9014EA76EF08}" sibTransId="{6244715D-B4ED-47E1-870D-79E04D9C0654}"/>
    <dgm:cxn modelId="{FBF7E687-2DFE-4553-B464-3E39E05EBA25}" srcId="{EE9A89DC-0A0E-4F0E-8119-10BA9D89497E}" destId="{2C036887-D97A-40D3-A7A6-41784D5D334E}" srcOrd="2" destOrd="0" parTransId="{7E438BA1-DC75-499D-84D5-A94B1BF7F443}" sibTransId="{A58FF5A2-45FC-48E6-BD5A-F8F5D75AA3E3}"/>
    <dgm:cxn modelId="{42AC5D8A-FC37-4377-984C-46C6FD0B467F}" srcId="{7455C732-2272-4E3A-B8C5-4E82F9F5AE7C}" destId="{CCEE89BA-2625-4E82-8732-00D01EDF27D0}" srcOrd="1" destOrd="0" parTransId="{3F225FA6-0CF8-4D8A-94FE-0457B493F77D}" sibTransId="{E51EDC23-43F0-4C1B-A078-132380692D69}"/>
    <dgm:cxn modelId="{649D898D-14E4-4A7E-8C39-0724543512F6}" type="presOf" srcId="{EE9A89DC-0A0E-4F0E-8119-10BA9D89497E}" destId="{DE9BA48A-C0AC-4287-A247-BEA0E23CDFE7}" srcOrd="0" destOrd="0" presId="urn:microsoft.com/office/officeart/2005/8/layout/hList2"/>
    <dgm:cxn modelId="{71C1509E-5CC6-4F38-B849-D4EB661F8653}" srcId="{67F6CA84-ABC4-4586-9DB7-0B4FAE317BB1}" destId="{FCED79BD-FDCB-4744-BFE8-88F8DA18899B}" srcOrd="1" destOrd="0" parTransId="{46CFD32C-F889-4C20-A926-EF9CE1E88F93}" sibTransId="{25F4BB37-002B-4437-A64B-BD667109FB53}"/>
    <dgm:cxn modelId="{17DABAA2-F608-417E-B99D-5F194C4BCCB8}" type="presOf" srcId="{C948B8C9-47EB-4AFA-A34D-6675A52EC405}" destId="{1147A7A8-05E1-44F7-8FB7-58B494579E48}" srcOrd="0" destOrd="0" presId="urn:microsoft.com/office/officeart/2005/8/layout/hList2"/>
    <dgm:cxn modelId="{1A7DA4A5-848D-48C7-8E20-FC814D7DBA58}" type="presOf" srcId="{CCEE89BA-2625-4E82-8732-00D01EDF27D0}" destId="{1147A7A8-05E1-44F7-8FB7-58B494579E48}" srcOrd="0" destOrd="1" presId="urn:microsoft.com/office/officeart/2005/8/layout/hList2"/>
    <dgm:cxn modelId="{A04068B6-9009-4BF9-AECD-AB6983729E28}" srcId="{67F6CA84-ABC4-4586-9DB7-0B4FAE317BB1}" destId="{163DD35C-9C3F-4863-9EB3-B19412A7FD31}" srcOrd="2" destOrd="0" parTransId="{9B613B21-CB3D-450C-AD19-01C0419917A9}" sibTransId="{1B3B7853-0B58-46E6-A764-8F10C7EE2ECD}"/>
    <dgm:cxn modelId="{258173B7-FD3E-43FE-A320-486FCD78F352}" type="presOf" srcId="{FAA4AA6D-608E-437A-9D2F-E93ED779B6C9}" destId="{ECCF4048-83F7-46A7-BBFA-8E92EE59C636}" srcOrd="0" destOrd="2" presId="urn:microsoft.com/office/officeart/2005/8/layout/hList2"/>
    <dgm:cxn modelId="{7DC6C5BD-DD05-4891-A485-0F68814629D2}" srcId="{83865E37-AF76-447F-8D5C-77DDBE80CBD8}" destId="{213145F5-3D7A-4DDC-B5BA-D1506A5304B6}" srcOrd="2" destOrd="0" parTransId="{215B15C1-A4A8-483F-B940-F12042559A25}" sibTransId="{7066CF1D-397A-45CF-8F75-665028AAB08B}"/>
    <dgm:cxn modelId="{FDE9D9C6-F80C-4276-9FF0-82835D5C8248}" type="presOf" srcId="{FCED79BD-FDCB-4744-BFE8-88F8DA18899B}" destId="{BCF859DC-C697-41C2-8B2F-9A6FD8CDFB4A}" srcOrd="0" destOrd="1" presId="urn:microsoft.com/office/officeart/2005/8/layout/hList2"/>
    <dgm:cxn modelId="{A68B8CCC-13B3-4167-85D5-B46FF700F64D}" srcId="{C79EB5D0-7860-487E-ABA3-447C7C013C00}" destId="{DEE6F41D-A380-4032-B44A-AB3CF358A550}" srcOrd="2" destOrd="0" parTransId="{F80CEBA4-3726-43E9-B6BF-C00E2033F0DD}" sibTransId="{7B459945-8656-4B0B-A24A-2D55EE700DE1}"/>
    <dgm:cxn modelId="{4D6982D1-3BDD-42DD-A81F-B9E44DB48A09}" type="presOf" srcId="{213145F5-3D7A-4DDC-B5BA-D1506A5304B6}" destId="{ECCF4048-83F7-46A7-BBFA-8E92EE59C636}" srcOrd="0" destOrd="3" presId="urn:microsoft.com/office/officeart/2005/8/layout/hList2"/>
    <dgm:cxn modelId="{3C5627D5-316C-4E6A-9DAB-A0A51E87044B}" type="presOf" srcId="{104B1DBF-D98B-45CA-A28F-673E7B508126}" destId="{40214596-56F9-457A-87B6-12EFD2CEDE35}" srcOrd="0" destOrd="0" presId="urn:microsoft.com/office/officeart/2005/8/layout/hList2"/>
    <dgm:cxn modelId="{22A9B6D6-169E-4A86-B7F8-BFB101118DC6}" type="presOf" srcId="{2C036887-D97A-40D3-A7A6-41784D5D334E}" destId="{EF13FDF9-1A19-4E41-AC06-F5BDBBCB1C29}" srcOrd="0" destOrd="2" presId="urn:microsoft.com/office/officeart/2005/8/layout/hList2"/>
    <dgm:cxn modelId="{A94464D7-7450-468E-9901-0DC6EDD3AE44}" type="presOf" srcId="{C79EB5D0-7860-487E-ABA3-447C7C013C00}" destId="{9D299AAC-FF2B-4DBD-AB78-530D04DEF4D8}" srcOrd="0" destOrd="0" presId="urn:microsoft.com/office/officeart/2005/8/layout/hList2"/>
    <dgm:cxn modelId="{612601DA-6922-44C2-9C97-B30EC8EA930B}" type="presOf" srcId="{E223A7E7-30DF-480E-91A3-401C078E07A5}" destId="{A953BC1D-C23A-4247-AEDB-FD3027ACFCE3}" srcOrd="0" destOrd="3" presId="urn:microsoft.com/office/officeart/2005/8/layout/hList2"/>
    <dgm:cxn modelId="{574B3DDC-29D8-494A-8FFA-56CC3779FCB6}" type="presOf" srcId="{566ECC92-C6D1-4179-9FFE-9B4591AFAE13}" destId="{EF13FDF9-1A19-4E41-AC06-F5BDBBCB1C29}" srcOrd="0" destOrd="0" presId="urn:microsoft.com/office/officeart/2005/8/layout/hList2"/>
    <dgm:cxn modelId="{19596BDC-3024-4DD3-9085-38DBE8720B38}" srcId="{83865E37-AF76-447F-8D5C-77DDBE80CBD8}" destId="{FAA4AA6D-608E-437A-9D2F-E93ED779B6C9}" srcOrd="1" destOrd="0" parTransId="{E61FD30B-8C7B-4C6C-8AE7-C2D1FCFCD163}" sibTransId="{675E9F76-7F4A-45DA-8808-3A737D0BDC82}"/>
    <dgm:cxn modelId="{859212DF-4898-41C2-B90E-EB5C70BD4478}" type="presOf" srcId="{DEE6F41D-A380-4032-B44A-AB3CF358A550}" destId="{6DA1C2F1-857F-4B43-916E-65ECFA9A6515}" srcOrd="0" destOrd="0" presId="urn:microsoft.com/office/officeart/2005/8/layout/hList2"/>
    <dgm:cxn modelId="{20A3A6E2-74BB-4C98-BB51-57A8F78B1346}" type="presOf" srcId="{E57135D6-03EC-49FB-94E9-3AFF5F483FCB}" destId="{A953BC1D-C23A-4247-AEDB-FD3027ACFCE3}" srcOrd="0" destOrd="1" presId="urn:microsoft.com/office/officeart/2005/8/layout/hList2"/>
    <dgm:cxn modelId="{2CEC45EE-CD09-48CA-A312-BFC9EE51D35D}" srcId="{104B1DBF-D98B-45CA-A28F-673E7B508126}" destId="{3AA2DF79-73A3-4643-A01F-4E4815777E2D}" srcOrd="2" destOrd="0" parTransId="{A486E9EE-7D92-4020-A1C3-069576817836}" sibTransId="{9CF04EEE-BBE3-4471-B162-FAAC9784948E}"/>
    <dgm:cxn modelId="{EB8604FE-20E6-41B3-88D9-5C500DD8295B}" srcId="{104B1DBF-D98B-45CA-A28F-673E7B508126}" destId="{E223A7E7-30DF-480E-91A3-401C078E07A5}" srcOrd="3" destOrd="0" parTransId="{80D41350-9FCF-47F4-9C75-40A97AF5F281}" sibTransId="{85736B26-CD19-4996-BDBE-38EE701A7734}"/>
    <dgm:cxn modelId="{90CD6AAE-12F8-4E61-9749-8B8CCBD10814}" type="presParOf" srcId="{9D299AAC-FF2B-4DBD-AB78-530D04DEF4D8}" destId="{5DE03421-CE46-44A1-8FE9-504224F47C82}" srcOrd="0" destOrd="0" presId="urn:microsoft.com/office/officeart/2005/8/layout/hList2"/>
    <dgm:cxn modelId="{B7DF1FAC-E9D8-4736-931C-ED4BC32E16AA}" type="presParOf" srcId="{5DE03421-CE46-44A1-8FE9-504224F47C82}" destId="{742E90CA-1B4C-412E-90B2-9F9D8C2A4BAF}" srcOrd="0" destOrd="0" presId="urn:microsoft.com/office/officeart/2005/8/layout/hList2"/>
    <dgm:cxn modelId="{1E979DB8-DF18-41DF-B91A-FF2BFD282FFE}" type="presParOf" srcId="{5DE03421-CE46-44A1-8FE9-504224F47C82}" destId="{A953BC1D-C23A-4247-AEDB-FD3027ACFCE3}" srcOrd="1" destOrd="0" presId="urn:microsoft.com/office/officeart/2005/8/layout/hList2"/>
    <dgm:cxn modelId="{A48EFEBD-0D7F-4EA7-BAC4-3A6155E6F550}" type="presParOf" srcId="{5DE03421-CE46-44A1-8FE9-504224F47C82}" destId="{40214596-56F9-457A-87B6-12EFD2CEDE35}" srcOrd="2" destOrd="0" presId="urn:microsoft.com/office/officeart/2005/8/layout/hList2"/>
    <dgm:cxn modelId="{1C7128DB-F53C-40C9-93A1-6625388CF4DB}" type="presParOf" srcId="{9D299AAC-FF2B-4DBD-AB78-530D04DEF4D8}" destId="{9AD0C8D1-0737-4269-AB42-A52513CDAF3A}" srcOrd="1" destOrd="0" presId="urn:microsoft.com/office/officeart/2005/8/layout/hList2"/>
    <dgm:cxn modelId="{7F868CA6-5B8F-44C5-A775-1912E828114F}" type="presParOf" srcId="{9D299AAC-FF2B-4DBD-AB78-530D04DEF4D8}" destId="{79BB9B72-666E-4ABD-A4F3-D2A0F7E6F0D2}" srcOrd="2" destOrd="0" presId="urn:microsoft.com/office/officeart/2005/8/layout/hList2"/>
    <dgm:cxn modelId="{52D525B7-9B17-4423-B019-81F49EBE73E5}" type="presParOf" srcId="{79BB9B72-666E-4ABD-A4F3-D2A0F7E6F0D2}" destId="{B494F6BA-475B-44D3-BA68-B7F3C3486A11}" srcOrd="0" destOrd="0" presId="urn:microsoft.com/office/officeart/2005/8/layout/hList2"/>
    <dgm:cxn modelId="{28A700BE-78CD-4825-88A3-935D7333FC86}" type="presParOf" srcId="{79BB9B72-666E-4ABD-A4F3-D2A0F7E6F0D2}" destId="{EF13FDF9-1A19-4E41-AC06-F5BDBBCB1C29}" srcOrd="1" destOrd="0" presId="urn:microsoft.com/office/officeart/2005/8/layout/hList2"/>
    <dgm:cxn modelId="{DB943C6B-26EF-4F59-8939-47AF75FC5E51}" type="presParOf" srcId="{79BB9B72-666E-4ABD-A4F3-D2A0F7E6F0D2}" destId="{DE9BA48A-C0AC-4287-A247-BEA0E23CDFE7}" srcOrd="2" destOrd="0" presId="urn:microsoft.com/office/officeart/2005/8/layout/hList2"/>
    <dgm:cxn modelId="{49C1E90A-322A-49E5-9933-C62EB1238D12}" type="presParOf" srcId="{9D299AAC-FF2B-4DBD-AB78-530D04DEF4D8}" destId="{1478DCAF-1D19-4174-8C8D-E080A2DD2A13}" srcOrd="3" destOrd="0" presId="urn:microsoft.com/office/officeart/2005/8/layout/hList2"/>
    <dgm:cxn modelId="{88C0A1DB-6018-4CAC-8B66-A9CAE49AF970}" type="presParOf" srcId="{9D299AAC-FF2B-4DBD-AB78-530D04DEF4D8}" destId="{530C11EF-D011-49C4-8AB7-6442347BDF92}" srcOrd="4" destOrd="0" presId="urn:microsoft.com/office/officeart/2005/8/layout/hList2"/>
    <dgm:cxn modelId="{FE3392AB-4CD5-4C3D-9E91-64764B5F7CD3}" type="presParOf" srcId="{530C11EF-D011-49C4-8AB7-6442347BDF92}" destId="{478C5F26-5E75-493F-BE91-EEB2303E1622}" srcOrd="0" destOrd="0" presId="urn:microsoft.com/office/officeart/2005/8/layout/hList2"/>
    <dgm:cxn modelId="{A3317A73-E2E1-4777-BAB9-1810DCB76B59}" type="presParOf" srcId="{530C11EF-D011-49C4-8AB7-6442347BDF92}" destId="{ECCF4048-83F7-46A7-BBFA-8E92EE59C636}" srcOrd="1" destOrd="0" presId="urn:microsoft.com/office/officeart/2005/8/layout/hList2"/>
    <dgm:cxn modelId="{5EFA7F58-9567-4216-A312-3501D9BAF995}" type="presParOf" srcId="{530C11EF-D011-49C4-8AB7-6442347BDF92}" destId="{6DA1C2F1-857F-4B43-916E-65ECFA9A6515}" srcOrd="2" destOrd="0" presId="urn:microsoft.com/office/officeart/2005/8/layout/hList2"/>
    <dgm:cxn modelId="{868137AE-B2CB-4AE9-A3F9-D486613EC710}" type="presParOf" srcId="{9D299AAC-FF2B-4DBD-AB78-530D04DEF4D8}" destId="{AFAE69BB-EA15-4570-B414-F2AFA4B918AA}" srcOrd="5" destOrd="0" presId="urn:microsoft.com/office/officeart/2005/8/layout/hList2"/>
    <dgm:cxn modelId="{514C9727-FD06-4D70-B870-3C66A250AD2B}" type="presParOf" srcId="{9D299AAC-FF2B-4DBD-AB78-530D04DEF4D8}" destId="{F79D15A9-7E35-44EE-9C8E-CE46E1ED223D}" srcOrd="6" destOrd="0" presId="urn:microsoft.com/office/officeart/2005/8/layout/hList2"/>
    <dgm:cxn modelId="{DE00ACFD-21C1-4ED0-BA27-7CAEA2821FFE}" type="presParOf" srcId="{F79D15A9-7E35-44EE-9C8E-CE46E1ED223D}" destId="{8520FF48-23D7-4CCB-8C9C-B3CAC534C7BE}" srcOrd="0" destOrd="0" presId="urn:microsoft.com/office/officeart/2005/8/layout/hList2"/>
    <dgm:cxn modelId="{A27FF93F-61C2-491E-BEFC-3C3CB91A104C}" type="presParOf" srcId="{F79D15A9-7E35-44EE-9C8E-CE46E1ED223D}" destId="{BCF859DC-C697-41C2-8B2F-9A6FD8CDFB4A}" srcOrd="1" destOrd="0" presId="urn:microsoft.com/office/officeart/2005/8/layout/hList2"/>
    <dgm:cxn modelId="{0323B02E-B8AF-42D9-87B7-A2FEB29F9CB4}" type="presParOf" srcId="{F79D15A9-7E35-44EE-9C8E-CE46E1ED223D}" destId="{39D6989D-5418-4ED2-A231-60F0F62CB753}" srcOrd="2" destOrd="0" presId="urn:microsoft.com/office/officeart/2005/8/layout/hList2"/>
    <dgm:cxn modelId="{6BAC6386-8C2E-4431-839D-ABB40D46470A}" type="presParOf" srcId="{9D299AAC-FF2B-4DBD-AB78-530D04DEF4D8}" destId="{D1ACBF67-FE15-41BE-AB6E-B38EB5EE22DE}" srcOrd="7" destOrd="0" presId="urn:microsoft.com/office/officeart/2005/8/layout/hList2"/>
    <dgm:cxn modelId="{3D6DF1D0-3440-444A-933F-8B8BE063B5B3}" type="presParOf" srcId="{9D299AAC-FF2B-4DBD-AB78-530D04DEF4D8}" destId="{D5B9940E-FD9B-473D-B389-4516903D07CF}" srcOrd="8" destOrd="0" presId="urn:microsoft.com/office/officeart/2005/8/layout/hList2"/>
    <dgm:cxn modelId="{60E4E0F2-0DFE-4B5B-99FA-9DF00DD624A9}" type="presParOf" srcId="{D5B9940E-FD9B-473D-B389-4516903D07CF}" destId="{E33BF6F1-56B9-4B3F-B9ED-A724CD648313}" srcOrd="0" destOrd="0" presId="urn:microsoft.com/office/officeart/2005/8/layout/hList2"/>
    <dgm:cxn modelId="{C34BAE90-7661-40F0-9033-9E1EF1370753}" type="presParOf" srcId="{D5B9940E-FD9B-473D-B389-4516903D07CF}" destId="{1147A7A8-05E1-44F7-8FB7-58B494579E48}" srcOrd="1" destOrd="0" presId="urn:microsoft.com/office/officeart/2005/8/layout/hList2"/>
    <dgm:cxn modelId="{E92D4320-A7A4-45E5-84D9-9CFCBC3F9401}" type="presParOf" srcId="{D5B9940E-FD9B-473D-B389-4516903D07CF}" destId="{816071D4-14BB-40B8-9904-7FC5535646B6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C308E8-EE22-40A1-A95B-91C39F64D0E5}">
      <dsp:nvSpPr>
        <dsp:cNvPr id="0" name=""/>
        <dsp:cNvSpPr/>
      </dsp:nvSpPr>
      <dsp:spPr>
        <a:xfrm>
          <a:off x="8485264" y="1968668"/>
          <a:ext cx="244033" cy="30585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8552"/>
              </a:lnTo>
              <a:lnTo>
                <a:pt x="244033" y="305855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B49E9C-D6CC-47AC-9094-327026571B51}">
      <dsp:nvSpPr>
        <dsp:cNvPr id="0" name=""/>
        <dsp:cNvSpPr/>
      </dsp:nvSpPr>
      <dsp:spPr>
        <a:xfrm>
          <a:off x="8485264" y="1968668"/>
          <a:ext cx="244033" cy="19034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3460"/>
              </a:lnTo>
              <a:lnTo>
                <a:pt x="244033" y="190346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014679-AADE-4FC7-9C28-6D680D0BADFB}">
      <dsp:nvSpPr>
        <dsp:cNvPr id="0" name=""/>
        <dsp:cNvSpPr/>
      </dsp:nvSpPr>
      <dsp:spPr>
        <a:xfrm>
          <a:off x="8485264" y="1968668"/>
          <a:ext cx="255991" cy="7637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3783"/>
              </a:lnTo>
              <a:lnTo>
                <a:pt x="255991" y="76378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5EA3FA-A1B9-41CD-9C49-E36A66B998A7}">
      <dsp:nvSpPr>
        <dsp:cNvPr id="0" name=""/>
        <dsp:cNvSpPr/>
      </dsp:nvSpPr>
      <dsp:spPr>
        <a:xfrm>
          <a:off x="6386576" y="813576"/>
          <a:ext cx="2749443" cy="3416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823"/>
              </a:lnTo>
              <a:lnTo>
                <a:pt x="2749443" y="170823"/>
              </a:lnTo>
              <a:lnTo>
                <a:pt x="2749443" y="3416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3C5437-8C8B-446C-92A3-DE46A7181782}">
      <dsp:nvSpPr>
        <dsp:cNvPr id="0" name=""/>
        <dsp:cNvSpPr/>
      </dsp:nvSpPr>
      <dsp:spPr>
        <a:xfrm>
          <a:off x="6546613" y="1991916"/>
          <a:ext cx="226105" cy="18957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5757"/>
              </a:lnTo>
              <a:lnTo>
                <a:pt x="226105" y="18957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4F6235-E8C1-4B52-9356-A8EC02EB4B69}">
      <dsp:nvSpPr>
        <dsp:cNvPr id="0" name=""/>
        <dsp:cNvSpPr/>
      </dsp:nvSpPr>
      <dsp:spPr>
        <a:xfrm>
          <a:off x="6546613" y="1991916"/>
          <a:ext cx="226105" cy="7406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40665"/>
              </a:lnTo>
              <a:lnTo>
                <a:pt x="226105" y="7406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684C31-F906-4A7B-BA92-3C3E24D597E0}">
      <dsp:nvSpPr>
        <dsp:cNvPr id="0" name=""/>
        <dsp:cNvSpPr/>
      </dsp:nvSpPr>
      <dsp:spPr>
        <a:xfrm>
          <a:off x="6386576" y="813576"/>
          <a:ext cx="810792" cy="3648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071"/>
              </a:lnTo>
              <a:lnTo>
                <a:pt x="810792" y="194071"/>
              </a:lnTo>
              <a:lnTo>
                <a:pt x="810792" y="3648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F5507-8ABF-4CD5-A8B1-8C0152CFC917}">
      <dsp:nvSpPr>
        <dsp:cNvPr id="0" name=""/>
        <dsp:cNvSpPr/>
      </dsp:nvSpPr>
      <dsp:spPr>
        <a:xfrm>
          <a:off x="3637133" y="1968668"/>
          <a:ext cx="1998422" cy="3648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071"/>
              </a:lnTo>
              <a:lnTo>
                <a:pt x="1998422" y="194071"/>
              </a:lnTo>
              <a:lnTo>
                <a:pt x="1998422" y="36489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56F8D5-AB8D-4B9C-A97B-FC19A8676FB5}">
      <dsp:nvSpPr>
        <dsp:cNvPr id="0" name=""/>
        <dsp:cNvSpPr/>
      </dsp:nvSpPr>
      <dsp:spPr>
        <a:xfrm>
          <a:off x="3591413" y="1968668"/>
          <a:ext cx="91440" cy="35719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6368"/>
              </a:lnTo>
              <a:lnTo>
                <a:pt x="57677" y="186368"/>
              </a:lnTo>
              <a:lnTo>
                <a:pt x="57677" y="3571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E94ED7-85E4-412E-B5A3-869F78EBABB1}">
      <dsp:nvSpPr>
        <dsp:cNvPr id="0" name=""/>
        <dsp:cNvSpPr/>
      </dsp:nvSpPr>
      <dsp:spPr>
        <a:xfrm>
          <a:off x="1029798" y="3139304"/>
          <a:ext cx="244033" cy="18880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88047"/>
              </a:lnTo>
              <a:lnTo>
                <a:pt x="244033" y="188804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261B37-7BAA-49CB-B93F-DE6107FE08AA}">
      <dsp:nvSpPr>
        <dsp:cNvPr id="0" name=""/>
        <dsp:cNvSpPr/>
      </dsp:nvSpPr>
      <dsp:spPr>
        <a:xfrm>
          <a:off x="1029798" y="3139304"/>
          <a:ext cx="244033" cy="7483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48369"/>
              </a:lnTo>
              <a:lnTo>
                <a:pt x="244033" y="74836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515188-EEBB-495F-ACA0-D65A72D7952C}">
      <dsp:nvSpPr>
        <dsp:cNvPr id="0" name=""/>
        <dsp:cNvSpPr/>
      </dsp:nvSpPr>
      <dsp:spPr>
        <a:xfrm>
          <a:off x="1680554" y="1968668"/>
          <a:ext cx="1956578" cy="357191"/>
        </a:xfrm>
        <a:custGeom>
          <a:avLst/>
          <a:gdLst/>
          <a:ahLst/>
          <a:cxnLst/>
          <a:rect l="0" t="0" r="0" b="0"/>
          <a:pathLst>
            <a:path>
              <a:moveTo>
                <a:pt x="1956578" y="0"/>
              </a:moveTo>
              <a:lnTo>
                <a:pt x="1956578" y="186368"/>
              </a:lnTo>
              <a:lnTo>
                <a:pt x="0" y="186368"/>
              </a:lnTo>
              <a:lnTo>
                <a:pt x="0" y="3571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6FD839-C6F3-491D-B0E8-C0BF653188F8}">
      <dsp:nvSpPr>
        <dsp:cNvPr id="0" name=""/>
        <dsp:cNvSpPr/>
      </dsp:nvSpPr>
      <dsp:spPr>
        <a:xfrm>
          <a:off x="3637133" y="813576"/>
          <a:ext cx="2749443" cy="341646"/>
        </a:xfrm>
        <a:custGeom>
          <a:avLst/>
          <a:gdLst/>
          <a:ahLst/>
          <a:cxnLst/>
          <a:rect l="0" t="0" r="0" b="0"/>
          <a:pathLst>
            <a:path>
              <a:moveTo>
                <a:pt x="2749443" y="0"/>
              </a:moveTo>
              <a:lnTo>
                <a:pt x="2749443" y="170823"/>
              </a:lnTo>
              <a:lnTo>
                <a:pt x="0" y="170823"/>
              </a:lnTo>
              <a:lnTo>
                <a:pt x="0" y="3416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D1760B-A04E-44B8-9D06-E5A5AC9BCCB9}">
      <dsp:nvSpPr>
        <dsp:cNvPr id="0" name=""/>
        <dsp:cNvSpPr/>
      </dsp:nvSpPr>
      <dsp:spPr>
        <a:xfrm>
          <a:off x="5573131" y="131"/>
          <a:ext cx="1626889" cy="813444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Android App Projekt</a:t>
          </a:r>
        </a:p>
      </dsp:txBody>
      <dsp:txXfrm>
        <a:off x="5573131" y="131"/>
        <a:ext cx="1626889" cy="813444"/>
      </dsp:txXfrm>
    </dsp:sp>
    <dsp:sp modelId="{E96581D0-030C-4694-B5C8-158584BBB2F8}">
      <dsp:nvSpPr>
        <dsp:cNvPr id="0" name=""/>
        <dsp:cNvSpPr/>
      </dsp:nvSpPr>
      <dsp:spPr>
        <a:xfrm>
          <a:off x="2823688" y="1155223"/>
          <a:ext cx="1626889" cy="813444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Frontend (App)</a:t>
          </a:r>
        </a:p>
      </dsp:txBody>
      <dsp:txXfrm>
        <a:off x="2823688" y="1155223"/>
        <a:ext cx="1626889" cy="813444"/>
      </dsp:txXfrm>
    </dsp:sp>
    <dsp:sp modelId="{8EC88E99-2580-411A-A5C2-D4CD07D47236}">
      <dsp:nvSpPr>
        <dsp:cNvPr id="0" name=""/>
        <dsp:cNvSpPr/>
      </dsp:nvSpPr>
      <dsp:spPr>
        <a:xfrm>
          <a:off x="867109" y="2325860"/>
          <a:ext cx="1626889" cy="813444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Oberfläche (Datenanzeige)</a:t>
          </a:r>
        </a:p>
      </dsp:txBody>
      <dsp:txXfrm>
        <a:off x="867109" y="2325860"/>
        <a:ext cx="1626889" cy="813444"/>
      </dsp:txXfrm>
    </dsp:sp>
    <dsp:sp modelId="{542C0FE7-9F5B-4F3F-952B-6E716B6750AA}">
      <dsp:nvSpPr>
        <dsp:cNvPr id="0" name=""/>
        <dsp:cNvSpPr/>
      </dsp:nvSpPr>
      <dsp:spPr>
        <a:xfrm>
          <a:off x="1273832" y="3480951"/>
          <a:ext cx="1626889" cy="813444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Schülerseite</a:t>
          </a:r>
        </a:p>
      </dsp:txBody>
      <dsp:txXfrm>
        <a:off x="1273832" y="3480951"/>
        <a:ext cx="1626889" cy="813444"/>
      </dsp:txXfrm>
    </dsp:sp>
    <dsp:sp modelId="{2F1EC2B7-2655-40DC-8D7A-3FDF4BA214FC}">
      <dsp:nvSpPr>
        <dsp:cNvPr id="0" name=""/>
        <dsp:cNvSpPr/>
      </dsp:nvSpPr>
      <dsp:spPr>
        <a:xfrm>
          <a:off x="1273832" y="4620630"/>
          <a:ext cx="1626889" cy="813444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 err="1"/>
            <a:t>Veranstelterseite</a:t>
          </a:r>
          <a:endParaRPr lang="de-DE" sz="1400" kern="1200" dirty="0"/>
        </a:p>
      </dsp:txBody>
      <dsp:txXfrm>
        <a:off x="1273832" y="4620630"/>
        <a:ext cx="1626889" cy="813444"/>
      </dsp:txXfrm>
    </dsp:sp>
    <dsp:sp modelId="{6229753C-0FFD-407A-A31F-BDBE2978CE6B}">
      <dsp:nvSpPr>
        <dsp:cNvPr id="0" name=""/>
        <dsp:cNvSpPr/>
      </dsp:nvSpPr>
      <dsp:spPr>
        <a:xfrm>
          <a:off x="2835645" y="2325860"/>
          <a:ext cx="1626889" cy="813444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Codescanner</a:t>
          </a:r>
        </a:p>
      </dsp:txBody>
      <dsp:txXfrm>
        <a:off x="2835645" y="2325860"/>
        <a:ext cx="1626889" cy="813444"/>
      </dsp:txXfrm>
    </dsp:sp>
    <dsp:sp modelId="{82CA3B04-1B5E-4284-942E-83F82C80058A}">
      <dsp:nvSpPr>
        <dsp:cNvPr id="0" name=""/>
        <dsp:cNvSpPr/>
      </dsp:nvSpPr>
      <dsp:spPr>
        <a:xfrm>
          <a:off x="4822110" y="2333563"/>
          <a:ext cx="1626889" cy="813444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Kommunikation mit Server</a:t>
          </a:r>
        </a:p>
      </dsp:txBody>
      <dsp:txXfrm>
        <a:off x="4822110" y="2333563"/>
        <a:ext cx="1626889" cy="813444"/>
      </dsp:txXfrm>
    </dsp:sp>
    <dsp:sp modelId="{ECE94AB9-2FDE-4B8C-97D8-30F3B4611500}">
      <dsp:nvSpPr>
        <dsp:cNvPr id="0" name=""/>
        <dsp:cNvSpPr/>
      </dsp:nvSpPr>
      <dsp:spPr>
        <a:xfrm>
          <a:off x="6383924" y="1178471"/>
          <a:ext cx="1626889" cy="813444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Backend (Server)</a:t>
          </a:r>
        </a:p>
      </dsp:txBody>
      <dsp:txXfrm>
        <a:off x="6383924" y="1178471"/>
        <a:ext cx="1626889" cy="813444"/>
      </dsp:txXfrm>
    </dsp:sp>
    <dsp:sp modelId="{2C179085-1DC2-4175-8D62-904E2F31413F}">
      <dsp:nvSpPr>
        <dsp:cNvPr id="0" name=""/>
        <dsp:cNvSpPr/>
      </dsp:nvSpPr>
      <dsp:spPr>
        <a:xfrm>
          <a:off x="6772718" y="2325860"/>
          <a:ext cx="1626889" cy="813444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RDF-Store</a:t>
          </a:r>
        </a:p>
      </dsp:txBody>
      <dsp:txXfrm>
        <a:off x="6772718" y="2325860"/>
        <a:ext cx="1626889" cy="813444"/>
      </dsp:txXfrm>
    </dsp:sp>
    <dsp:sp modelId="{F65D15BA-00DE-4734-8B36-7B12A9C99458}">
      <dsp:nvSpPr>
        <dsp:cNvPr id="0" name=""/>
        <dsp:cNvSpPr/>
      </dsp:nvSpPr>
      <dsp:spPr>
        <a:xfrm>
          <a:off x="6772718" y="3480951"/>
          <a:ext cx="1626889" cy="813444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Server</a:t>
          </a:r>
        </a:p>
      </dsp:txBody>
      <dsp:txXfrm>
        <a:off x="6772718" y="3480951"/>
        <a:ext cx="1626889" cy="813444"/>
      </dsp:txXfrm>
    </dsp:sp>
    <dsp:sp modelId="{9980B8FC-3F6A-42D9-A667-3CD76E329DA3}">
      <dsp:nvSpPr>
        <dsp:cNvPr id="0" name=""/>
        <dsp:cNvSpPr/>
      </dsp:nvSpPr>
      <dsp:spPr>
        <a:xfrm>
          <a:off x="8322575" y="1155223"/>
          <a:ext cx="1626889" cy="813444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Anmeldung</a:t>
          </a:r>
        </a:p>
      </dsp:txBody>
      <dsp:txXfrm>
        <a:off x="8322575" y="1155223"/>
        <a:ext cx="1626889" cy="813444"/>
      </dsp:txXfrm>
    </dsp:sp>
    <dsp:sp modelId="{610D8C4C-D856-442C-9897-D307566A920A}">
      <dsp:nvSpPr>
        <dsp:cNvPr id="0" name=""/>
        <dsp:cNvSpPr/>
      </dsp:nvSpPr>
      <dsp:spPr>
        <a:xfrm>
          <a:off x="8741255" y="2325729"/>
          <a:ext cx="1626889" cy="813444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Schlüsselgeneration</a:t>
          </a:r>
        </a:p>
      </dsp:txBody>
      <dsp:txXfrm>
        <a:off x="8741255" y="2325729"/>
        <a:ext cx="1626889" cy="813444"/>
      </dsp:txXfrm>
    </dsp:sp>
    <dsp:sp modelId="{5CC82C1B-905D-4CB4-A9F1-6CD104F990C4}">
      <dsp:nvSpPr>
        <dsp:cNvPr id="0" name=""/>
        <dsp:cNvSpPr/>
      </dsp:nvSpPr>
      <dsp:spPr>
        <a:xfrm>
          <a:off x="8729297" y="3465406"/>
          <a:ext cx="1626889" cy="813444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Speicherung der Schlüssel zu </a:t>
          </a:r>
          <a:r>
            <a:rPr lang="de-DE" sz="1400" kern="1200" dirty="0" err="1"/>
            <a:t>Veranstelter</a:t>
          </a:r>
          <a:r>
            <a:rPr lang="de-DE" sz="1400" kern="1200" dirty="0"/>
            <a:t> im RDF-Store</a:t>
          </a:r>
        </a:p>
      </dsp:txBody>
      <dsp:txXfrm>
        <a:off x="8729297" y="3465406"/>
        <a:ext cx="1626889" cy="813444"/>
      </dsp:txXfrm>
    </dsp:sp>
    <dsp:sp modelId="{1CA96E49-E289-48B2-98C3-D94BF6B9C872}">
      <dsp:nvSpPr>
        <dsp:cNvPr id="0" name=""/>
        <dsp:cNvSpPr/>
      </dsp:nvSpPr>
      <dsp:spPr>
        <a:xfrm>
          <a:off x="8729297" y="4620498"/>
          <a:ext cx="1626889" cy="813444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E-Mail-Service für Bestätigungsmails</a:t>
          </a:r>
        </a:p>
      </dsp:txBody>
      <dsp:txXfrm>
        <a:off x="8729297" y="4620498"/>
        <a:ext cx="1626889" cy="8134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214596-56F9-457A-87B6-12EFD2CEDE35}">
      <dsp:nvSpPr>
        <dsp:cNvPr id="0" name=""/>
        <dsp:cNvSpPr/>
      </dsp:nvSpPr>
      <dsp:spPr>
        <a:xfrm rot="16200000">
          <a:off x="-2303570" y="3299954"/>
          <a:ext cx="5067933" cy="3204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82658" bIns="0" numCol="1" spcCol="1270" anchor="t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Vorprojekt</a:t>
          </a:r>
        </a:p>
      </dsp:txBody>
      <dsp:txXfrm>
        <a:off x="-2303570" y="3299954"/>
        <a:ext cx="5067933" cy="320494"/>
      </dsp:txXfrm>
    </dsp:sp>
    <dsp:sp modelId="{A953BC1D-C23A-4247-AEDB-FD3027ACFCE3}">
      <dsp:nvSpPr>
        <dsp:cNvPr id="0" name=""/>
        <dsp:cNvSpPr/>
      </dsp:nvSpPr>
      <dsp:spPr>
        <a:xfrm>
          <a:off x="390643" y="926234"/>
          <a:ext cx="1596400" cy="50679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282658" rIns="128016" bIns="128016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Server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RDF-Store im Server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Oberfläche Schülerseite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Kommunikation App-Server</a:t>
          </a:r>
        </a:p>
      </dsp:txBody>
      <dsp:txXfrm>
        <a:off x="390643" y="926234"/>
        <a:ext cx="1596400" cy="5067933"/>
      </dsp:txXfrm>
    </dsp:sp>
    <dsp:sp modelId="{742E90CA-1B4C-412E-90B2-9F9D8C2A4BAF}">
      <dsp:nvSpPr>
        <dsp:cNvPr id="0" name=""/>
        <dsp:cNvSpPr/>
      </dsp:nvSpPr>
      <dsp:spPr>
        <a:xfrm>
          <a:off x="70149" y="503182"/>
          <a:ext cx="640988" cy="640988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9BA48A-C0AC-4287-A247-BEA0E23CDFE7}">
      <dsp:nvSpPr>
        <dsp:cNvPr id="0" name=""/>
        <dsp:cNvSpPr/>
      </dsp:nvSpPr>
      <dsp:spPr>
        <a:xfrm rot="16200000">
          <a:off x="24722" y="3299954"/>
          <a:ext cx="5067933" cy="3204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82658" bIns="0" numCol="1" spcCol="1270" anchor="t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2. Release</a:t>
          </a:r>
        </a:p>
      </dsp:txBody>
      <dsp:txXfrm>
        <a:off x="24722" y="3299954"/>
        <a:ext cx="5067933" cy="320494"/>
      </dsp:txXfrm>
    </dsp:sp>
    <dsp:sp modelId="{EF13FDF9-1A19-4E41-AC06-F5BDBBCB1C29}">
      <dsp:nvSpPr>
        <dsp:cNvPr id="0" name=""/>
        <dsp:cNvSpPr/>
      </dsp:nvSpPr>
      <dsp:spPr>
        <a:xfrm>
          <a:off x="2718936" y="926234"/>
          <a:ext cx="1596400" cy="50679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282658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 dirty="0"/>
            <a:t>Oberfläche Veranstalterseite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 dirty="0"/>
            <a:t>Integration Veranstaltungsdatenbank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de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 dirty="0"/>
            <a:t>Kann Ziel: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 dirty="0" err="1"/>
            <a:t>Persionalisierung</a:t>
          </a:r>
          <a:r>
            <a:rPr lang="de-DE" sz="1200" kern="1200" dirty="0"/>
            <a:t> der App</a:t>
          </a:r>
        </a:p>
      </dsp:txBody>
      <dsp:txXfrm>
        <a:off x="2718936" y="926234"/>
        <a:ext cx="1596400" cy="5067933"/>
      </dsp:txXfrm>
    </dsp:sp>
    <dsp:sp modelId="{B494F6BA-475B-44D3-BA68-B7F3C3486A11}">
      <dsp:nvSpPr>
        <dsp:cNvPr id="0" name=""/>
        <dsp:cNvSpPr/>
      </dsp:nvSpPr>
      <dsp:spPr>
        <a:xfrm>
          <a:off x="2398442" y="503182"/>
          <a:ext cx="640988" cy="640988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A1C2F1-857F-4B43-916E-65ECFA9A6515}">
      <dsp:nvSpPr>
        <dsp:cNvPr id="0" name=""/>
        <dsp:cNvSpPr/>
      </dsp:nvSpPr>
      <dsp:spPr>
        <a:xfrm rot="16200000">
          <a:off x="2353015" y="3299954"/>
          <a:ext cx="5067933" cy="3204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82658" bIns="0" numCol="1" spcCol="1270" anchor="t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3. Release</a:t>
          </a:r>
        </a:p>
      </dsp:txBody>
      <dsp:txXfrm>
        <a:off x="2353015" y="3299954"/>
        <a:ext cx="5067933" cy="320494"/>
      </dsp:txXfrm>
    </dsp:sp>
    <dsp:sp modelId="{ECCF4048-83F7-46A7-BBFA-8E92EE59C636}">
      <dsp:nvSpPr>
        <dsp:cNvPr id="0" name=""/>
        <dsp:cNvSpPr/>
      </dsp:nvSpPr>
      <dsp:spPr>
        <a:xfrm>
          <a:off x="5047229" y="926234"/>
          <a:ext cx="1596400" cy="50679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282658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 dirty="0"/>
            <a:t>Anmeldefunktionen Veranstalter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 dirty="0"/>
            <a:t>Schlüssel erstellen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 dirty="0"/>
            <a:t>Schlüssel speichern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 dirty="0"/>
            <a:t>E-Mails</a:t>
          </a:r>
          <a:endParaRPr lang="de-DE" sz="1100" kern="1200" dirty="0"/>
        </a:p>
      </dsp:txBody>
      <dsp:txXfrm>
        <a:off x="5047229" y="926234"/>
        <a:ext cx="1596400" cy="5067933"/>
      </dsp:txXfrm>
    </dsp:sp>
    <dsp:sp modelId="{478C5F26-5E75-493F-BE91-EEB2303E1622}">
      <dsp:nvSpPr>
        <dsp:cNvPr id="0" name=""/>
        <dsp:cNvSpPr/>
      </dsp:nvSpPr>
      <dsp:spPr>
        <a:xfrm>
          <a:off x="4726735" y="503182"/>
          <a:ext cx="640988" cy="640988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D6989D-5418-4ED2-A231-60F0F62CB753}">
      <dsp:nvSpPr>
        <dsp:cNvPr id="0" name=""/>
        <dsp:cNvSpPr/>
      </dsp:nvSpPr>
      <dsp:spPr>
        <a:xfrm rot="16200000">
          <a:off x="4681308" y="3299954"/>
          <a:ext cx="5067933" cy="3204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82658" bIns="0" numCol="1" spcCol="1270" anchor="t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4. Release</a:t>
          </a:r>
        </a:p>
      </dsp:txBody>
      <dsp:txXfrm>
        <a:off x="4681308" y="3299954"/>
        <a:ext cx="5067933" cy="320494"/>
      </dsp:txXfrm>
    </dsp:sp>
    <dsp:sp modelId="{BCF859DC-C697-41C2-8B2F-9A6FD8CDFB4A}">
      <dsp:nvSpPr>
        <dsp:cNvPr id="0" name=""/>
        <dsp:cNvSpPr/>
      </dsp:nvSpPr>
      <dsp:spPr>
        <a:xfrm>
          <a:off x="7375522" y="926234"/>
          <a:ext cx="1596400" cy="50679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282658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 dirty="0"/>
            <a:t>Codescanner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 dirty="0"/>
            <a:t>abschließende Tests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de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 dirty="0"/>
            <a:t>Kann-Ziel: Schüler kann sich im </a:t>
          </a:r>
          <a:r>
            <a:rPr lang="de-DE" sz="1200" kern="1200" dirty="0" err="1"/>
            <a:t>Vorraus</a:t>
          </a:r>
          <a:r>
            <a:rPr lang="de-DE" sz="1200" kern="1200" dirty="0"/>
            <a:t> für Veranstaltungen anmelden und das wird dem Veranstalter angezeigt.</a:t>
          </a:r>
        </a:p>
      </dsp:txBody>
      <dsp:txXfrm>
        <a:off x="7375522" y="926234"/>
        <a:ext cx="1596400" cy="5067933"/>
      </dsp:txXfrm>
    </dsp:sp>
    <dsp:sp modelId="{8520FF48-23D7-4CCB-8C9C-B3CAC534C7BE}">
      <dsp:nvSpPr>
        <dsp:cNvPr id="0" name=""/>
        <dsp:cNvSpPr/>
      </dsp:nvSpPr>
      <dsp:spPr>
        <a:xfrm>
          <a:off x="7055028" y="503182"/>
          <a:ext cx="640988" cy="640988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6071D4-14BB-40B8-9904-7FC5535646B6}">
      <dsp:nvSpPr>
        <dsp:cNvPr id="0" name=""/>
        <dsp:cNvSpPr/>
      </dsp:nvSpPr>
      <dsp:spPr>
        <a:xfrm rot="16200000">
          <a:off x="7009601" y="3299954"/>
          <a:ext cx="5067933" cy="3204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82658" bIns="0" numCol="1" spcCol="1270" anchor="t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5. Release</a:t>
          </a:r>
        </a:p>
      </dsp:txBody>
      <dsp:txXfrm>
        <a:off x="7009601" y="3299954"/>
        <a:ext cx="5067933" cy="320494"/>
      </dsp:txXfrm>
    </dsp:sp>
    <dsp:sp modelId="{1147A7A8-05E1-44F7-8FB7-58B494579E48}">
      <dsp:nvSpPr>
        <dsp:cNvPr id="0" name=""/>
        <dsp:cNvSpPr/>
      </dsp:nvSpPr>
      <dsp:spPr>
        <a:xfrm>
          <a:off x="9703815" y="926234"/>
          <a:ext cx="1596400" cy="50679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282658" rIns="128016" bIns="128016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Finalisierung der Dokumentation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Bugfixing</a:t>
          </a:r>
        </a:p>
      </dsp:txBody>
      <dsp:txXfrm>
        <a:off x="9703815" y="926234"/>
        <a:ext cx="1596400" cy="5067933"/>
      </dsp:txXfrm>
    </dsp:sp>
    <dsp:sp modelId="{E33BF6F1-56B9-4B3F-B9ED-A724CD648313}">
      <dsp:nvSpPr>
        <dsp:cNvPr id="0" name=""/>
        <dsp:cNvSpPr/>
      </dsp:nvSpPr>
      <dsp:spPr>
        <a:xfrm>
          <a:off x="9383321" y="503182"/>
          <a:ext cx="640988" cy="640988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5DC5ED-28C7-42EE-9777-0182CD26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DCCB1A6-9EE5-4D84-BCEB-892065130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4D4603-0CBB-450D-BF84-604CEFD32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23349-DE35-4753-AFE4-0EC713FC7B25}" type="datetimeFigureOut">
              <a:rPr lang="de-DE" smtClean="0"/>
              <a:t>17.12.2017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025FB9-929B-4570-8F44-D7DABEE17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836A5A-653C-445C-9468-D03274075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80124-077A-4BDC-86B5-10E659B147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4543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DA83FE-1398-4360-B95C-47DC143F7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18FA22-91B3-49F2-900A-AD9C540FF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48DF93-EA17-4177-9438-78FFECDC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23349-DE35-4753-AFE4-0EC713FC7B25}" type="datetimeFigureOut">
              <a:rPr lang="de-DE" smtClean="0"/>
              <a:t>17.12.2017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70ACFA-C442-4203-9D4B-DC6F29005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D1F3D0-4036-48C5-81C0-21BFFFDDF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80124-077A-4BDC-86B5-10E659B147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420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4D6963-7F49-4219-A2FA-E85F12CFE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FBA0E4-6955-4638-9289-78D7F29DC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44681F-EC2A-46FB-95B7-90BA003BA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23349-DE35-4753-AFE4-0EC713FC7B25}" type="datetimeFigureOut">
              <a:rPr lang="de-DE" smtClean="0"/>
              <a:t>17.12.2017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78259B-21B7-4000-9B6E-2BCBBA21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335B10-7EF0-412C-A636-5DD953098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80124-077A-4BDC-86B5-10E659B147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3987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CEEBC8-F603-4CA3-9E42-CDEC0F8F3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8E2D8A-90D0-4D83-BE29-65C01543C7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AB0807-51DF-4B8A-9F02-0D8749A82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4805E61-2AD4-461B-97D3-F4627EE69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23349-DE35-4753-AFE4-0EC713FC7B25}" type="datetimeFigureOut">
              <a:rPr lang="de-DE" smtClean="0"/>
              <a:t>17.12.2017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A851942-882A-4FF7-B185-6E377FF06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05B02FE-DBA4-4206-A60B-6B3060D70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80124-077A-4BDC-86B5-10E659B147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0158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C2EB5E-4788-4FEA-B809-809FA1A31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02C96C3-1E0C-498B-9B68-00449E285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30909B-E9C2-41E7-ABCE-8AE19666E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6783C97-C2E1-4BD9-B5BF-E961FFBBA0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6363693-70E9-4CE3-8C2C-B9ED2C8E36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E20A3E5-4E49-4F14-A8E1-D63BB05E3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23349-DE35-4753-AFE4-0EC713FC7B25}" type="datetimeFigureOut">
              <a:rPr lang="de-DE" smtClean="0"/>
              <a:t>17.12.2017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2EF5DD2-938B-4A91-AFFC-80128DB7D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919EC31-F741-4BFA-AFA1-B4BE6804C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80124-077A-4BDC-86B5-10E659B147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5083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16D711-2531-4C9E-AB43-F78541D28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735E958-D6DF-4841-890B-C10C6CC0D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23349-DE35-4753-AFE4-0EC713FC7B25}" type="datetimeFigureOut">
              <a:rPr lang="de-DE" smtClean="0"/>
              <a:t>17.12.2017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06DDEF8-BF5C-47F2-82E0-A1FCFA8B9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E7ACA36-C7D0-401C-B58C-04508C17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80124-077A-4BDC-86B5-10E659B147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1566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55F2C5B-E817-468B-A704-44A334E39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23349-DE35-4753-AFE4-0EC713FC7B25}" type="datetimeFigureOut">
              <a:rPr lang="de-DE" smtClean="0"/>
              <a:t>17.12.2017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559CD10-CE2E-4D6E-82E4-F7F11F87D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0050E5-7672-4311-B868-0A26EE67D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80124-077A-4BDC-86B5-10E659B147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9678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B79CDA-F9B9-4B89-AFAD-7EAC6BAB6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BD3CC5-24DE-47E2-9DEE-CDCEB0CA5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10B67F5-229D-4545-84C4-11C105B4E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ED54413-46F6-4FA2-837E-379851367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23349-DE35-4753-AFE4-0EC713FC7B25}" type="datetimeFigureOut">
              <a:rPr lang="de-DE" smtClean="0"/>
              <a:t>17.12.2017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ABB8D3-2B30-4474-8B21-F63E7A5B0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4D2FA7B-6E1D-4C8B-AB18-7C1997B0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80124-077A-4BDC-86B5-10E659B147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4081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8839E3-799D-4747-B528-4C07674BD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D558471-80D9-4D0B-9C29-1CA60F1EE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6A26DA1-CF9C-4E0C-9F22-83EE692B0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33E006F-8663-457E-8764-F7A1A9DE3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23349-DE35-4753-AFE4-0EC713FC7B25}" type="datetimeFigureOut">
              <a:rPr lang="de-DE" smtClean="0"/>
              <a:t>17.12.2017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2C4FDA8-2A59-4B12-BAFF-7DCF5D067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8135483-72D0-4630-B5E4-FDD4AEEF0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80124-077A-4BDC-86B5-10E659B147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1518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B7BC70-68BC-47B6-9D54-4B64470AB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6C0CE9B-7393-4FA0-BAE5-27D8E71A4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500A88-CB78-472E-BC46-D8AC6DA6A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23349-DE35-4753-AFE4-0EC713FC7B25}" type="datetimeFigureOut">
              <a:rPr lang="de-DE" smtClean="0"/>
              <a:t>17.12.2017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CE3762-0B12-48A6-8D8E-375940F25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142DCA-BE22-48EF-AD09-2FC6FEB50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80124-077A-4BDC-86B5-10E659B147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7752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13E7391-F5A5-4D7B-9400-C69B7B147E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C1B7828-94C8-4A67-AF50-D4DFE93088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5892AE-6F24-4833-B5BE-5B67CB0CA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23349-DE35-4753-AFE4-0EC713FC7B25}" type="datetimeFigureOut">
              <a:rPr lang="de-DE" smtClean="0"/>
              <a:t>17.12.2017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24303F-7AF7-4E0C-BD04-C2100BCCB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47E441-302C-4F90-8E5E-F1794B517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80124-077A-4BDC-86B5-10E659B147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1675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97A0776-4F29-4099-A83D-A71E6BE8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BFC86E-4383-4A0B-9727-615AC56B4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9808F3-9CDC-4C2E-8E51-2495FFA9F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E23349-DE35-4753-AFE4-0EC713FC7B25}" type="datetimeFigureOut">
              <a:rPr lang="de-DE" smtClean="0"/>
              <a:t>17.12.2017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D52F61-2FFA-46B6-A6B1-EA5344D087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0E153D-7F58-43E4-A5CA-025B202F5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80124-077A-4BDC-86B5-10E659B147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5239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01FAE6-E221-4B60-AD47-E6A7AE6C3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Erläuterung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5C4663-FF70-4969-9860-1809F0DB3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Auf Folie 2 ist die Unterteilung des Projektes soweit wie wir sie uns überlegt hatten</a:t>
            </a:r>
          </a:p>
          <a:p>
            <a:pPr lvl="1"/>
            <a:r>
              <a:rPr lang="de-DE" dirty="0"/>
              <a:t>die Grünen kann man so als Arbeitspakete für des Projektplan verwenden denke ich</a:t>
            </a:r>
          </a:p>
          <a:p>
            <a:pPr lvl="1"/>
            <a:r>
              <a:rPr lang="de-DE" dirty="0"/>
              <a:t>diesen kann man dann auch die Punkte aus dem Lastenheft zuordnen</a:t>
            </a:r>
          </a:p>
          <a:p>
            <a:r>
              <a:rPr lang="de-DE" dirty="0"/>
              <a:t>Auf Folie 3 die Releases, die wir uns überlegt hatten</a:t>
            </a:r>
          </a:p>
        </p:txBody>
      </p:sp>
    </p:spTree>
    <p:extLst>
      <p:ext uri="{BB962C8B-B14F-4D97-AF65-F5344CB8AC3E}">
        <p14:creationId xmlns:p14="http://schemas.microsoft.com/office/powerpoint/2010/main" val="3524015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BBB05C0A-D0BE-4C9F-9ED7-870ECDE399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1191394"/>
              </p:ext>
            </p:extLst>
          </p:nvPr>
        </p:nvGraphicFramePr>
        <p:xfrm>
          <a:off x="653143" y="704258"/>
          <a:ext cx="11211339" cy="5434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8284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A264F797-F915-4F41-BD96-05C36CC49C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6052240"/>
              </p:ext>
            </p:extLst>
          </p:nvPr>
        </p:nvGraphicFramePr>
        <p:xfrm>
          <a:off x="425963" y="244220"/>
          <a:ext cx="11370365" cy="6497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0869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Office PowerPoint</Application>
  <PresentationFormat>Breitbild</PresentationFormat>
  <Paragraphs>41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</vt:lpstr>
      <vt:lpstr>Erläuterung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Christopher Pfeiffer</dc:creator>
  <cp:lastModifiedBy>Christopher Pfeiffer</cp:lastModifiedBy>
  <cp:revision>5</cp:revision>
  <dcterms:created xsi:type="dcterms:W3CDTF">2017-12-14T09:33:08Z</dcterms:created>
  <dcterms:modified xsi:type="dcterms:W3CDTF">2017-12-17T18:37:55Z</dcterms:modified>
</cp:coreProperties>
</file>